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67" d="100"/>
          <a:sy n="67" d="100"/>
        </p:scale>
        <p:origin x="6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4DA77-0714-4226-8456-DE0FB00C8765}"/>
              </a:ext>
            </a:extLst>
          </p:cNvPr>
          <p:cNvSpPr>
            <a:spLocks noGrp="1"/>
          </p:cNvSpPr>
          <p:nvPr>
            <p:ph type="dt" idx="10"/>
          </p:nvPr>
        </p:nvSpPr>
        <p:spPr/>
        <p:txBody>
          <a:bodyPr/>
          <a:lstStyle/>
          <a:p>
            <a:fld id="{E69B9EE9-F3BF-4B40-83E7-C9BC68FDDB0E}" type="datetimeFigureOut">
              <a:t>6/9/2026</a:t>
            </a:fld>
            <a:endParaRPr/>
          </a:p>
        </p:txBody>
      </p:sp>
      <p:sp>
        <p:nvSpPr>
          <p:cNvPr id="3" name="Footer Placeholder 2">
            <a:extLst>
              <a:ext uri="{FF2B5EF4-FFF2-40B4-BE49-F238E27FC236}">
                <a16:creationId xmlns:a16="http://schemas.microsoft.com/office/drawing/2014/main" id="{548689CE-C57C-4CCE-B5D7-91A284CB1988}"/>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440DF66-3D9B-4E31-B419-8D199F946398}"/>
              </a:ext>
            </a:extLst>
          </p:cNvPr>
          <p:cNvSpPr>
            <a:spLocks noGrp="1"/>
          </p:cNvSpPr>
          <p:nvPr>
            <p:ph type="sldNum" idx="12"/>
          </p:nvPr>
        </p:nvSpPr>
        <p:spPr/>
        <p:txBody>
          <a:bodyPr/>
          <a:lstStyle/>
          <a:p>
            <a:fld id="{17F55963-6440-4C45-BA09-4E6A99D1BBE0}"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0A372-E784-4489-91B1-EB5F9893BA9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6E1B435-934F-44C4-8F1B-EC379BCB0879}"/>
              </a:ext>
            </a:extLst>
          </p:cNvPr>
          <p:cNvSpPr>
            <a:spLocks noGrp="1"/>
          </p:cNvSpPr>
          <p:nvPr>
            <p:ph type="dt" idx="10"/>
          </p:nvPr>
        </p:nvSpPr>
        <p:spPr/>
        <p:txBody>
          <a:bodyPr/>
          <a:lstStyle/>
          <a:p>
            <a:fld id="{E69B9EE9-F3BF-4B40-83E7-C9BC68FDDB0E}" type="datetimeFigureOut">
              <a:t>6/9/2026</a:t>
            </a:fld>
            <a:endParaRPr/>
          </a:p>
        </p:txBody>
      </p:sp>
      <p:sp>
        <p:nvSpPr>
          <p:cNvPr id="4" name="Footer Placeholder 3">
            <a:extLst>
              <a:ext uri="{FF2B5EF4-FFF2-40B4-BE49-F238E27FC236}">
                <a16:creationId xmlns:a16="http://schemas.microsoft.com/office/drawing/2014/main" id="{7D9BAE6C-C81A-448F-810E-8201A0E7DDEC}"/>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598452A-D52B-4D53-AA70-42F3E1B91326}"/>
              </a:ext>
            </a:extLst>
          </p:cNvPr>
          <p:cNvSpPr>
            <a:spLocks noGrp="1"/>
          </p:cNvSpPr>
          <p:nvPr>
            <p:ph type="sldNum" idx="12"/>
          </p:nvPr>
        </p:nvSpPr>
        <p:spPr/>
        <p:txBody>
          <a:bodyPr/>
          <a:lstStyle/>
          <a:p>
            <a:fld id="{17F55963-6440-4C45-BA09-4E6A99D1BBE0}"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A006-59DD-41EF-BB59-5CF0A5B0F3A2}"/>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847CF5D0-5E86-4B07-82F0-4706674B42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C932F55C-8EFE-4A66-9DB3-D0CB88777B6B}"/>
              </a:ext>
            </a:extLst>
          </p:cNvPr>
          <p:cNvSpPr>
            <a:spLocks noGrp="1"/>
          </p:cNvSpPr>
          <p:nvPr>
            <p:ph type="dt" idx="10"/>
          </p:nvPr>
        </p:nvSpPr>
        <p:spPr/>
        <p:txBody>
          <a:bodyPr/>
          <a:lstStyle/>
          <a:p>
            <a:fld id="{E69B9EE9-F3BF-4B40-83E7-C9BC68FDDB0E}" type="datetimeFigureOut">
              <a:t>6/9/2026</a:t>
            </a:fld>
            <a:endParaRPr/>
          </a:p>
        </p:txBody>
      </p:sp>
      <p:sp>
        <p:nvSpPr>
          <p:cNvPr id="5" name="Footer Placeholder 4">
            <a:extLst>
              <a:ext uri="{FF2B5EF4-FFF2-40B4-BE49-F238E27FC236}">
                <a16:creationId xmlns:a16="http://schemas.microsoft.com/office/drawing/2014/main" id="{B3E38045-8612-4FFC-BF9F-64FB98C8EF0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B615B52-8190-4B2D-852C-B23A268AE49F}"/>
              </a:ext>
            </a:extLst>
          </p:cNvPr>
          <p:cNvSpPr>
            <a:spLocks noGrp="1"/>
          </p:cNvSpPr>
          <p:nvPr>
            <p:ph type="sldNum" idx="12"/>
          </p:nvPr>
        </p:nvSpPr>
        <p:spPr/>
        <p:txBody>
          <a:bodyPr/>
          <a:lstStyle/>
          <a:p>
            <a:fld id="{17F55963-6440-4C45-BA09-4E6A99D1BBE0}"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2C063-6317-449C-A341-883F2682D4C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5D53C2C5-1069-41AD-AB8E-A272B5F74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B335F9C6-7A1E-4BB1-8382-AF2048FA93A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6A2CF1DA-3491-456F-B971-C43EFCD2163E}"/>
              </a:ext>
            </a:extLst>
          </p:cNvPr>
          <p:cNvSpPr>
            <a:spLocks noGrp="1"/>
          </p:cNvSpPr>
          <p:nvPr>
            <p:ph type="dt" idx="10"/>
          </p:nvPr>
        </p:nvSpPr>
        <p:spPr/>
        <p:txBody>
          <a:bodyPr/>
          <a:lstStyle/>
          <a:p>
            <a:fld id="{E69B9EE9-F3BF-4B40-83E7-C9BC68FDDB0E}" type="datetimeFigureOut">
              <a:t>6/9/2026</a:t>
            </a:fld>
            <a:endParaRPr/>
          </a:p>
        </p:txBody>
      </p:sp>
      <p:sp>
        <p:nvSpPr>
          <p:cNvPr id="6" name="Footer Placeholder 5">
            <a:extLst>
              <a:ext uri="{FF2B5EF4-FFF2-40B4-BE49-F238E27FC236}">
                <a16:creationId xmlns:a16="http://schemas.microsoft.com/office/drawing/2014/main" id="{A2D613E6-C32A-4783-9219-260167E50DB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3F57CA7-22C9-4637-98D5-45CB81C4CD6F}"/>
              </a:ext>
            </a:extLst>
          </p:cNvPr>
          <p:cNvSpPr>
            <a:spLocks noGrp="1"/>
          </p:cNvSpPr>
          <p:nvPr>
            <p:ph type="sldNum" idx="12"/>
          </p:nvPr>
        </p:nvSpPr>
        <p:spPr/>
        <p:txBody>
          <a:bodyPr/>
          <a:lstStyle/>
          <a:p>
            <a:fld id="{17F55963-6440-4C45-BA09-4E6A99D1BBE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C8BC-CF44-4FCD-ACB9-6C06E1FD0DA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FE26985-A785-4717-80AD-9B8D8F5B85B1}"/>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8305A630-F12E-492E-A3AD-AE8A23606B49}"/>
              </a:ext>
            </a:extLst>
          </p:cNvPr>
          <p:cNvSpPr>
            <a:spLocks noGrp="1"/>
          </p:cNvSpPr>
          <p:nvPr>
            <p:ph type="dt" idx="10"/>
          </p:nvPr>
        </p:nvSpPr>
        <p:spPr/>
        <p:txBody>
          <a:bodyPr/>
          <a:lstStyle/>
          <a:p>
            <a:fld id="{E69B9EE9-F3BF-4B40-83E7-C9BC68FDDB0E}" type="datetimeFigureOut">
              <a:t>6/9/2026</a:t>
            </a:fld>
            <a:endParaRPr/>
          </a:p>
        </p:txBody>
      </p:sp>
      <p:sp>
        <p:nvSpPr>
          <p:cNvPr id="5" name="Footer Placeholder 4">
            <a:extLst>
              <a:ext uri="{FF2B5EF4-FFF2-40B4-BE49-F238E27FC236}">
                <a16:creationId xmlns:a16="http://schemas.microsoft.com/office/drawing/2014/main" id="{7F5C2166-B6AA-4084-B4D7-069DDC982D5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0C20EA2-78ED-4391-B2FB-25000FDBCAA6}"/>
              </a:ext>
            </a:extLst>
          </p:cNvPr>
          <p:cNvSpPr>
            <a:spLocks noGrp="1"/>
          </p:cNvSpPr>
          <p:nvPr>
            <p:ph type="sldNum" idx="12"/>
          </p:nvPr>
        </p:nvSpPr>
        <p:spPr/>
        <p:txBody>
          <a:bodyPr/>
          <a:lstStyle/>
          <a:p>
            <a:fld id="{17F55963-6440-4C45-BA09-4E6A99D1BBE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9Slide.vn - 2019">
            <a:extLst>
              <a:ext uri="{FF2B5EF4-FFF2-40B4-BE49-F238E27FC236}">
                <a16:creationId xmlns:a16="http://schemas.microsoft.com/office/drawing/2014/main" id="{0DB805D6-9C37-3B45-210C-F787BD30409C}"/>
              </a:ext>
            </a:extLst>
          </p:cNvPr>
          <p:cNvSpPr>
            <a:spLocks noGrp="1"/>
          </p:cNvSpPr>
          <p:nvPr/>
        </p:nvSpPr>
        <p:spPr>
          <a:xfrm>
            <a:off x="0" y="-1512332"/>
            <a:ext cx="12192000" cy="369332"/>
          </a:xfrm>
          <a:prstGeom prst="rect">
            <a:avLst/>
          </a:prstGeom>
          <a:noFill/>
        </p:spPr>
        <p:txBody>
          <a:bodyPr vert="horz" wrap="none" lIns="0" tIns="0" rIns="0" bIns="0">
            <a:spAutoFit/>
          </a:bodyPr>
          <a:lstStyle/>
          <a:p>
            <a:pPr algn="ctr">
              <a:buNone/>
            </a:pPr>
            <a:r>
              <a:rPr sz="2400">
                <a:solidFill>
                  <a:srgbClr val="CFCFCF"/>
                </a:solidFill>
              </a:rPr>
              <a:t>www.9slide.vn</a:t>
            </a:r>
          </a:p>
        </p:txBody>
      </p:sp>
      <p:sp>
        <p:nvSpPr>
          <p:cNvPr id="2" name="Title Placeholder 1">
            <a:extLst>
              <a:ext uri="{FF2B5EF4-FFF2-40B4-BE49-F238E27FC236}">
                <a16:creationId xmlns:a16="http://schemas.microsoft.com/office/drawing/2014/main" id="{76CB0E7E-7BDA-4369-B06E-95E5B313A5C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FF2DE87-7D95-4722-9EE5-248D158C7FF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57D0A038-BC78-4ECC-BEFF-CCB515E4848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E69B9EE9-F3BF-4B40-83E7-C9BC68FDDB0E}" type="datetimeFigureOut">
              <a:t>6/9/2026</a:t>
            </a:fld>
            <a:endParaRPr/>
          </a:p>
        </p:txBody>
      </p:sp>
      <p:sp>
        <p:nvSpPr>
          <p:cNvPr id="5" name="Footer Placeholder 4">
            <a:extLst>
              <a:ext uri="{FF2B5EF4-FFF2-40B4-BE49-F238E27FC236}">
                <a16:creationId xmlns:a16="http://schemas.microsoft.com/office/drawing/2014/main" id="{50ECDB14-4F91-4B5C-8ACA-1B5E7E69B7D1}"/>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B30118F-80C4-4861-A4D3-A50D382E7D5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7F55963-6440-4C45-BA09-4E6A99D1BBE0}" type="slidenum">
              <a:t>‹#›</a:t>
            </a:fld>
            <a:endParaRPr/>
          </a:p>
        </p:txBody>
      </p:sp>
      <p:sp>
        <p:nvSpPr>
          <p:cNvPr id="12" name="Rectangle 11">
            <a:extLst>
              <a:ext uri="{FF2B5EF4-FFF2-40B4-BE49-F238E27FC236}">
                <a16:creationId xmlns:a16="http://schemas.microsoft.com/office/drawing/2014/main" id="{AA423BDB-6737-4700-9989-01683A4147DA}"/>
              </a:ext>
            </a:extLst>
          </p:cNvPr>
          <p:cNvSpPr>
            <a:spLocks noGrp="1"/>
          </p:cNvSpPr>
          <p:nvPr/>
        </p:nvSpPr>
        <p:spPr>
          <a:xfrm>
            <a:off x="4851540" y="8494776"/>
            <a:ext cx="2488920" cy="565324"/>
          </a:xfrm>
          <a:prstGeom prst="rect">
            <a:avLst/>
          </a:prstGeom>
          <a:noFill/>
          <a:ln w="215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1E50D3-44ED-477F-84FB-1E24BC65ED8F}"/>
              </a:ext>
            </a:extLst>
          </p:cNvPr>
          <p:cNvSpPr>
            <a:spLocks noGrp="1"/>
          </p:cNvSpPr>
          <p:nvPr/>
        </p:nvSpPr>
        <p:spPr>
          <a:xfrm>
            <a:off x="5006988" y="8647176"/>
            <a:ext cx="2178025" cy="260524"/>
          </a:xfrm>
          <a:custGeom>
            <a:avLst/>
            <a:gdLst/>
            <a:ahLst/>
            <a:cxnLst/>
            <a:rect l="l" t="t" r="r" b="b"/>
            <a:pathLst>
              <a:path w="2178025" h="260524">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chemeClr val="bg1">
              <a:lumMod val="75000"/>
            </a:schemeClr>
          </a:solidFill>
          <a:ln>
            <a:noFill/>
          </a:ln>
        </p:spPr>
        <p:txBody>
          <a:bodyPr rot="0" spcFirstLastPara="0" vert="horz" wrap="square" lIns="91440" tIns="45720" rIns="91440" bIns="45720" anchor="t">
            <a:noAutofit/>
          </a:bodyPr>
          <a:lstStyle/>
          <a:p>
            <a:pPr algn="l">
              <a:buNone/>
            </a:pPr>
            <a:endParaRPr/>
          </a:p>
        </p:txBody>
      </p:sp>
      <p:sp>
        <p:nvSpPr>
          <p:cNvPr id="14" name="Rectangle 13">
            <a:extLst>
              <a:ext uri="{FF2B5EF4-FFF2-40B4-BE49-F238E27FC236}">
                <a16:creationId xmlns:a16="http://schemas.microsoft.com/office/drawing/2014/main" id="{52465F73-4B27-4C0F-9B02-510C8E083EB6}"/>
              </a:ext>
            </a:extLst>
          </p:cNvPr>
          <p:cNvSpPr>
            <a:spLocks noGrp="1"/>
          </p:cNvSpPr>
          <p:nvPr/>
        </p:nvSpPr>
        <p:spPr>
          <a:xfrm>
            <a:off x="-2202100" y="-2224223"/>
            <a:ext cx="16596200" cy="112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0" name="9Slide.vn">
            <a:extLst>
              <a:ext uri="{FF2B5EF4-FFF2-40B4-BE49-F238E27FC236}">
                <a16:creationId xmlns:a16="http://schemas.microsoft.com/office/drawing/2014/main" id="{0F30810D-0BA7-48B5-9100-E09C5C296021}"/>
              </a:ext>
            </a:extLst>
          </p:cNvPr>
          <p:cNvSpPr>
            <a:spLocks noGrp="1"/>
          </p:cNvSpPr>
          <p:nvPr/>
        </p:nvSpPr>
        <p:spPr>
          <a:xfrm>
            <a:off x="6091428" y="-8915400"/>
            <a:ext cx="9144" cy="914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1" name="9Slide.vn">
            <a:extLst>
              <a:ext uri="{FF2B5EF4-FFF2-40B4-BE49-F238E27FC236}">
                <a16:creationId xmlns:a16="http://schemas.microsoft.com/office/drawing/2014/main" id="{5703AF2A-1D5F-4BD2-8904-9B6C863CB9B3}"/>
              </a:ext>
            </a:extLst>
          </p:cNvPr>
          <p:cNvSpPr>
            <a:spLocks noGrp="1"/>
          </p:cNvSpPr>
          <p:nvPr/>
        </p:nvSpPr>
        <p:spPr>
          <a:xfrm>
            <a:off x="6091428" y="15764256"/>
            <a:ext cx="9144" cy="914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a:lnSpc>
          <a:spcPct val="90000"/>
        </a:lnSpc>
        <a:spcBef>
          <a:spcPts val="0"/>
        </a:spcBef>
        <a:buNone/>
        <a:defRPr sz="4400">
          <a:solidFill>
            <a:schemeClr val="tx2"/>
          </a:solidFill>
          <a:latin typeface="+mj-lt"/>
          <a:ea typeface="+mj-lt"/>
          <a:cs typeface="+mj-lt"/>
        </a:defRPr>
      </a:lvl1pPr>
    </p:titleStyle>
    <p:bodyStyle>
      <a:lvl1pPr marL="228600" indent="-228600" algn="l">
        <a:lnSpc>
          <a:spcPct val="90000"/>
        </a:lnSpc>
        <a:spcBef>
          <a:spcPts val="1000"/>
        </a:spcBef>
        <a:buChar char="•"/>
        <a:defRPr sz="2800">
          <a:solidFill>
            <a:schemeClr val="tx1">
              <a:lumMod val="50000"/>
              <a:lumOff val="50000"/>
            </a:schemeClr>
          </a:solidFill>
          <a:latin typeface="+mn-lt"/>
          <a:ea typeface="+mn-lt"/>
          <a:cs typeface="+mn-lt"/>
        </a:defRPr>
      </a:lvl1pPr>
      <a:lvl2pPr marL="685800" indent="-228600" algn="l">
        <a:lnSpc>
          <a:spcPct val="90000"/>
        </a:lnSpc>
        <a:spcBef>
          <a:spcPts val="500"/>
        </a:spcBef>
        <a:buChar char="•"/>
        <a:defRPr sz="2400">
          <a:solidFill>
            <a:schemeClr val="tx1">
              <a:lumMod val="50000"/>
              <a:lumOff val="50000"/>
            </a:schemeClr>
          </a:solidFill>
          <a:latin typeface="+mn-lt"/>
          <a:ea typeface="+mn-lt"/>
          <a:cs typeface="+mn-lt"/>
        </a:defRPr>
      </a:lvl2pPr>
      <a:lvl3pPr marL="1143000" indent="-228600" algn="l">
        <a:lnSpc>
          <a:spcPct val="90000"/>
        </a:lnSpc>
        <a:spcBef>
          <a:spcPts val="500"/>
        </a:spcBef>
        <a:buChar char="•"/>
        <a:defRPr sz="2000">
          <a:solidFill>
            <a:schemeClr val="tx1">
              <a:lumMod val="50000"/>
              <a:lumOff val="50000"/>
            </a:schemeClr>
          </a:solidFill>
          <a:latin typeface="+mn-lt"/>
          <a:ea typeface="+mn-lt"/>
          <a:cs typeface="+mn-lt"/>
        </a:defRPr>
      </a:lvl3pPr>
      <a:lvl4pPr marL="1600200" indent="-228600" algn="l">
        <a:lnSpc>
          <a:spcPct val="90000"/>
        </a:lnSpc>
        <a:spcBef>
          <a:spcPts val="500"/>
        </a:spcBef>
        <a:buChar char="•"/>
        <a:defRPr sz="1800">
          <a:solidFill>
            <a:schemeClr val="tx1">
              <a:lumMod val="50000"/>
              <a:lumOff val="50000"/>
            </a:schemeClr>
          </a:solidFill>
          <a:latin typeface="+mn-lt"/>
          <a:ea typeface="+mn-lt"/>
          <a:cs typeface="+mn-lt"/>
        </a:defRPr>
      </a:lvl4pPr>
      <a:lvl5pPr marL="2057400" indent="-228600" algn="l">
        <a:lnSpc>
          <a:spcPct val="90000"/>
        </a:lnSpc>
        <a:spcBef>
          <a:spcPts val="500"/>
        </a:spcBef>
        <a:buChar char="•"/>
        <a:defRPr sz="1800">
          <a:solidFill>
            <a:schemeClr val="tx1">
              <a:lumMod val="50000"/>
              <a:lumOff val="50000"/>
            </a:schemeClr>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310F39-9694-2B15-1013-425EFAB47C8A}"/>
              </a:ext>
            </a:extLst>
          </p:cNvPr>
          <p:cNvSpPr>
            <a:spLocks noGrp="1"/>
          </p:cNvSpPr>
          <p:nvPr/>
        </p:nvSpPr>
        <p:spPr>
          <a:xfrm>
            <a:off x="4311886" y="5562600"/>
            <a:ext cx="854401" cy="307777"/>
          </a:xfrm>
          <a:prstGeom prst="rect">
            <a:avLst/>
          </a:prstGeom>
          <a:noFill/>
        </p:spPr>
        <p:txBody>
          <a:bodyPr wrap="none" lIns="0" tIns="0" rIns="0" bIns="0">
            <a:spAutoFit/>
          </a:bodyPr>
          <a:lstStyle/>
          <a:p>
            <a:pPr algn="l">
              <a:buNone/>
            </a:pPr>
            <a:r>
              <a:rPr sz="2000">
                <a:solidFill>
                  <a:srgbClr val="FBCF16"/>
                </a:solidFill>
                <a:latin typeface="UTM Colossalis"/>
                <a:ea typeface="UTM Colossalis"/>
                <a:cs typeface="UTM Colossalis"/>
              </a:rPr>
              <a:t>TEAM: </a:t>
            </a:r>
          </a:p>
        </p:txBody>
      </p:sp>
      <p:sp>
        <p:nvSpPr>
          <p:cNvPr id="5" name="TextBox 4">
            <a:extLst>
              <a:ext uri="{FF2B5EF4-FFF2-40B4-BE49-F238E27FC236}">
                <a16:creationId xmlns:a16="http://schemas.microsoft.com/office/drawing/2014/main" id="{4844B4B4-82F0-AA19-1FA8-67CF564D1106}"/>
              </a:ext>
            </a:extLst>
          </p:cNvPr>
          <p:cNvSpPr>
            <a:spLocks noGrp="1"/>
          </p:cNvSpPr>
          <p:nvPr/>
        </p:nvSpPr>
        <p:spPr>
          <a:xfrm>
            <a:off x="5302486" y="5577988"/>
            <a:ext cx="812723" cy="553998"/>
          </a:xfrm>
          <a:prstGeom prst="rect">
            <a:avLst/>
          </a:prstGeom>
          <a:noFill/>
        </p:spPr>
        <p:txBody>
          <a:bodyPr wrap="none" lIns="0" tIns="0" rIns="0" bIns="0">
            <a:spAutoFit/>
          </a:bodyPr>
          <a:lstStyle/>
          <a:p>
            <a:pPr algn="l">
              <a:buNone/>
            </a:pPr>
            <a:r>
              <a:rPr lang="vi-VN" dirty="0">
                <a:solidFill>
                  <a:srgbClr val="FBCF16"/>
                </a:solidFill>
                <a:latin typeface="UTM Colossalis"/>
                <a:ea typeface="UTM Colossalis"/>
                <a:cs typeface="UTM Colossalis"/>
              </a:rPr>
              <a:t>Michelin</a:t>
            </a:r>
          </a:p>
          <a:p>
            <a:pPr algn="l">
              <a:buNone/>
            </a:pPr>
            <a:endParaRPr dirty="0">
              <a:solidFill>
                <a:srgbClr val="FBCF16"/>
              </a:solidFill>
              <a:latin typeface="UTM Colossalis"/>
              <a:ea typeface="UTM Colossalis"/>
              <a:cs typeface="UTM Colossalis"/>
            </a:endParaRPr>
          </a:p>
        </p:txBody>
      </p:sp>
      <p:sp>
        <p:nvSpPr>
          <p:cNvPr id="6" name="TextBox 5">
            <a:extLst>
              <a:ext uri="{FF2B5EF4-FFF2-40B4-BE49-F238E27FC236}">
                <a16:creationId xmlns:a16="http://schemas.microsoft.com/office/drawing/2014/main" id="{F0D94F26-83B9-490A-5B6C-CC50F1F7C09A}"/>
              </a:ext>
            </a:extLst>
          </p:cNvPr>
          <p:cNvSpPr>
            <a:spLocks noGrp="1"/>
          </p:cNvSpPr>
          <p:nvPr/>
        </p:nvSpPr>
        <p:spPr>
          <a:xfrm>
            <a:off x="5029200" y="3886200"/>
            <a:ext cx="2133600" cy="615553"/>
          </a:xfrm>
          <a:prstGeom prst="rect">
            <a:avLst/>
          </a:prstGeom>
          <a:noFill/>
        </p:spPr>
        <p:txBody>
          <a:bodyPr wrap="square" lIns="0" tIns="0" rIns="0" bIns="0">
            <a:spAutoFit/>
          </a:bodyPr>
          <a:lstStyle/>
          <a:p>
            <a:pPr algn="l">
              <a:buNone/>
            </a:pPr>
            <a:r>
              <a:rPr sz="4000" dirty="0">
                <a:solidFill>
                  <a:srgbClr val="DA2428"/>
                </a:solidFill>
                <a:latin typeface="UTM Colossalis"/>
                <a:ea typeface="UTM Colossalis"/>
                <a:cs typeface="UTM Colossalis"/>
              </a:rPr>
              <a:t>PROJECT</a:t>
            </a:r>
          </a:p>
        </p:txBody>
      </p:sp>
      <p:sp>
        <p:nvSpPr>
          <p:cNvPr id="7" name="TextBox 6">
            <a:extLst>
              <a:ext uri="{FF2B5EF4-FFF2-40B4-BE49-F238E27FC236}">
                <a16:creationId xmlns:a16="http://schemas.microsoft.com/office/drawing/2014/main" id="{06A76420-3A0C-1083-28C7-17CA04271434}"/>
              </a:ext>
            </a:extLst>
          </p:cNvPr>
          <p:cNvSpPr>
            <a:spLocks noGrp="1"/>
          </p:cNvSpPr>
          <p:nvPr/>
        </p:nvSpPr>
        <p:spPr>
          <a:xfrm>
            <a:off x="3305174" y="4501753"/>
            <a:ext cx="7591425" cy="923330"/>
          </a:xfrm>
          <a:prstGeom prst="rect">
            <a:avLst/>
          </a:prstGeom>
          <a:noFill/>
        </p:spPr>
        <p:txBody>
          <a:bodyPr wrap="square" lIns="0" tIns="0" rIns="0" bIns="0">
            <a:spAutoFit/>
          </a:bodyPr>
          <a:lstStyle/>
          <a:p>
            <a:pPr algn="l">
              <a:buNone/>
            </a:pPr>
            <a:r>
              <a:rPr sz="6000" dirty="0">
                <a:solidFill>
                  <a:srgbClr val="0063EC"/>
                </a:solidFill>
                <a:latin typeface="Tw Cen MT Condensed Extra Bold" panose="020B0803020202020204" pitchFamily="34" charset="0"/>
                <a:ea typeface="UTM Swiss 721 Black Condensed"/>
                <a:cs typeface="UTM Swiss 721 Black Condensed"/>
              </a:rPr>
              <a:t>VKU 360 QUEST</a:t>
            </a:r>
          </a:p>
        </p:txBody>
      </p:sp>
    </p:spTree>
    <p:extLst>
      <p:ext uri="{BB962C8B-B14F-4D97-AF65-F5344CB8AC3E}">
        <p14:creationId xmlns:p14="http://schemas.microsoft.com/office/powerpoint/2010/main" val="281707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3E0076B-EDC6-1254-E4FF-0B3787797535}"/>
              </a:ext>
            </a:extLst>
          </p:cNvPr>
          <p:cNvSpPr>
            <a:spLocks noGrp="1"/>
          </p:cNvSpPr>
          <p:nvPr/>
        </p:nvSpPr>
        <p:spPr>
          <a:xfrm>
            <a:off x="4419600" y="2194412"/>
            <a:ext cx="854401" cy="307777"/>
          </a:xfrm>
          <a:prstGeom prst="rect">
            <a:avLst/>
          </a:prstGeom>
          <a:noFill/>
        </p:spPr>
        <p:txBody>
          <a:bodyPr wrap="none" lIns="0" tIns="0" rIns="0" bIns="0">
            <a:spAutoFit/>
          </a:bodyPr>
          <a:lstStyle/>
          <a:p>
            <a:pPr algn="l">
              <a:buNone/>
            </a:pPr>
            <a:r>
              <a:rPr sz="2000" dirty="0">
                <a:solidFill>
                  <a:srgbClr val="FBCF16"/>
                </a:solidFill>
                <a:latin typeface="Times New Roman" panose="02020603050405020304" pitchFamily="18" charset="0"/>
                <a:ea typeface="UTM Colossalis"/>
                <a:cs typeface="Times New Roman" panose="02020603050405020304" pitchFamily="18" charset="0"/>
              </a:rPr>
              <a:t>TEAM: </a:t>
            </a:r>
          </a:p>
        </p:txBody>
      </p:sp>
      <p:sp>
        <p:nvSpPr>
          <p:cNvPr id="12" name="TextBox 11">
            <a:extLst>
              <a:ext uri="{FF2B5EF4-FFF2-40B4-BE49-F238E27FC236}">
                <a16:creationId xmlns:a16="http://schemas.microsoft.com/office/drawing/2014/main" id="{2924EFD3-17F9-12C0-A837-2DCF26F2AA87}"/>
              </a:ext>
            </a:extLst>
          </p:cNvPr>
          <p:cNvSpPr>
            <a:spLocks noGrp="1"/>
          </p:cNvSpPr>
          <p:nvPr/>
        </p:nvSpPr>
        <p:spPr>
          <a:xfrm>
            <a:off x="5274001" y="2209800"/>
            <a:ext cx="833562" cy="276999"/>
          </a:xfrm>
          <a:prstGeom prst="rect">
            <a:avLst/>
          </a:prstGeom>
          <a:noFill/>
        </p:spPr>
        <p:txBody>
          <a:bodyPr wrap="none" lIns="0" tIns="0" rIns="0" bIns="0">
            <a:spAutoFit/>
          </a:bodyPr>
          <a:lstStyle/>
          <a:p>
            <a:pPr algn="l">
              <a:buNone/>
            </a:pPr>
            <a:r>
              <a:rPr lang="vi-VN" dirty="0">
                <a:solidFill>
                  <a:srgbClr val="FBCF16"/>
                </a:solidFill>
                <a:latin typeface="Times New Roman" panose="02020603050405020304" pitchFamily="18" charset="0"/>
                <a:ea typeface="UTM Colossalis"/>
                <a:cs typeface="Times New Roman" panose="02020603050405020304" pitchFamily="18" charset="0"/>
              </a:rPr>
              <a:t>Michelin</a:t>
            </a:r>
            <a:endParaRPr dirty="0">
              <a:solidFill>
                <a:srgbClr val="FBCF16"/>
              </a:solidFill>
              <a:latin typeface="Times New Roman" panose="02020603050405020304" pitchFamily="18" charset="0"/>
              <a:ea typeface="UTM Colossalis"/>
              <a:cs typeface="Times New Roman" panose="02020603050405020304" pitchFamily="18" charset="0"/>
            </a:endParaRPr>
          </a:p>
        </p:txBody>
      </p:sp>
      <p:sp>
        <p:nvSpPr>
          <p:cNvPr id="15" name="TextBox 14">
            <a:extLst>
              <a:ext uri="{FF2B5EF4-FFF2-40B4-BE49-F238E27FC236}">
                <a16:creationId xmlns:a16="http://schemas.microsoft.com/office/drawing/2014/main" id="{9D31CE3D-3F40-424F-55ED-82137154F499}"/>
              </a:ext>
            </a:extLst>
          </p:cNvPr>
          <p:cNvSpPr>
            <a:spLocks noGrp="1"/>
          </p:cNvSpPr>
          <p:nvPr/>
        </p:nvSpPr>
        <p:spPr>
          <a:xfrm>
            <a:off x="3806371" y="1487937"/>
            <a:ext cx="4185441" cy="677108"/>
          </a:xfrm>
          <a:prstGeom prst="rect">
            <a:avLst/>
          </a:prstGeom>
          <a:noFill/>
        </p:spPr>
        <p:txBody>
          <a:bodyPr wrap="none" lIns="0" tIns="0" rIns="0" bIns="0">
            <a:spAutoFit/>
          </a:bodyPr>
          <a:lstStyle/>
          <a:p>
            <a:pPr algn="ctr">
              <a:buNone/>
            </a:pPr>
            <a:r>
              <a:rPr sz="4400" dirty="0">
                <a:solidFill>
                  <a:srgbClr val="DA2428"/>
                </a:solidFill>
                <a:latin typeface="Times New Roman" panose="02020603050405020304" pitchFamily="18" charset="0"/>
                <a:ea typeface="UTM Swiss 721 Black Condensed"/>
                <a:cs typeface="Times New Roman" panose="02020603050405020304" pitchFamily="18" charset="0"/>
              </a:rPr>
              <a:t>TEAM MEMBER</a:t>
            </a:r>
          </a:p>
        </p:txBody>
      </p:sp>
      <p:sp>
        <p:nvSpPr>
          <p:cNvPr id="16" name="Rectangle: Rounded Corners 15">
            <a:extLst>
              <a:ext uri="{FF2B5EF4-FFF2-40B4-BE49-F238E27FC236}">
                <a16:creationId xmlns:a16="http://schemas.microsoft.com/office/drawing/2014/main" id="{E32C5D68-6278-E406-D766-6D9959AA4CB0}"/>
              </a:ext>
            </a:extLst>
          </p:cNvPr>
          <p:cNvSpPr>
            <a:spLocks noGrp="1"/>
          </p:cNvSpPr>
          <p:nvPr/>
        </p:nvSpPr>
        <p:spPr>
          <a:xfrm>
            <a:off x="866781" y="2667000"/>
            <a:ext cx="1828800" cy="2743200"/>
          </a:xfrm>
          <a:prstGeom prst="round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17" name="Rectangle: Rounded Corners 16">
            <a:extLst>
              <a:ext uri="{FF2B5EF4-FFF2-40B4-BE49-F238E27FC236}">
                <a16:creationId xmlns:a16="http://schemas.microsoft.com/office/drawing/2014/main" id="{0301677D-B7A9-813D-903D-A1444DE64FE4}"/>
              </a:ext>
            </a:extLst>
          </p:cNvPr>
          <p:cNvSpPr>
            <a:spLocks noGrp="1"/>
          </p:cNvSpPr>
          <p:nvPr/>
        </p:nvSpPr>
        <p:spPr>
          <a:xfrm>
            <a:off x="3779520" y="2667000"/>
            <a:ext cx="1828800" cy="2743200"/>
          </a:xfrm>
          <a:prstGeom prst="round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19" name="Rectangle: Rounded Corners 18">
            <a:extLst>
              <a:ext uri="{FF2B5EF4-FFF2-40B4-BE49-F238E27FC236}">
                <a16:creationId xmlns:a16="http://schemas.microsoft.com/office/drawing/2014/main" id="{143495E6-8F26-8FEA-A677-87EDE24D00E7}"/>
              </a:ext>
            </a:extLst>
          </p:cNvPr>
          <p:cNvSpPr>
            <a:spLocks noGrp="1"/>
          </p:cNvSpPr>
          <p:nvPr/>
        </p:nvSpPr>
        <p:spPr>
          <a:xfrm>
            <a:off x="6583680" y="2667000"/>
            <a:ext cx="1828800" cy="2743200"/>
          </a:xfrm>
          <a:prstGeom prst="round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20" name="Rectangle: Rounded Corners 19">
            <a:extLst>
              <a:ext uri="{FF2B5EF4-FFF2-40B4-BE49-F238E27FC236}">
                <a16:creationId xmlns:a16="http://schemas.microsoft.com/office/drawing/2014/main" id="{DA57CFBB-B2E1-4652-D53F-C2129216313E}"/>
              </a:ext>
            </a:extLst>
          </p:cNvPr>
          <p:cNvSpPr>
            <a:spLocks noGrp="1"/>
          </p:cNvSpPr>
          <p:nvPr/>
        </p:nvSpPr>
        <p:spPr>
          <a:xfrm>
            <a:off x="9387840" y="2667000"/>
            <a:ext cx="1828800" cy="2743200"/>
          </a:xfrm>
          <a:prstGeom prst="round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22" name="TextBox 21">
            <a:extLst>
              <a:ext uri="{FF2B5EF4-FFF2-40B4-BE49-F238E27FC236}">
                <a16:creationId xmlns:a16="http://schemas.microsoft.com/office/drawing/2014/main" id="{69F79E4B-3EC8-C0D2-2185-7ED12CB80FA4}"/>
              </a:ext>
            </a:extLst>
          </p:cNvPr>
          <p:cNvSpPr>
            <a:spLocks noGrp="1"/>
          </p:cNvSpPr>
          <p:nvPr/>
        </p:nvSpPr>
        <p:spPr>
          <a:xfrm>
            <a:off x="1089060" y="5476101"/>
            <a:ext cx="1601400" cy="276999"/>
          </a:xfrm>
          <a:prstGeom prst="rect">
            <a:avLst/>
          </a:prstGeom>
          <a:noFill/>
        </p:spPr>
        <p:txBody>
          <a:bodyPr wrap="none" lIns="0" tIns="0" rIns="0" bIns="0">
            <a:spAutoFit/>
          </a:bodyPr>
          <a:lstStyle/>
          <a:p>
            <a:pPr algn="l">
              <a:buNone/>
            </a:pPr>
            <a:r>
              <a:rPr lang="vi-VN">
                <a:solidFill>
                  <a:schemeClr val="tx1">
                    <a:lumMod val="50000"/>
                    <a:lumOff val="50000"/>
                  </a:schemeClr>
                </a:solidFill>
              </a:rPr>
              <a:t>Phùng Nhơn Hòa</a:t>
            </a:r>
            <a:endParaRPr dirty="0">
              <a:solidFill>
                <a:schemeClr val="tx1">
                  <a:lumMod val="50000"/>
                  <a:lumOff val="50000"/>
                </a:schemeClr>
              </a:solidFill>
            </a:endParaRPr>
          </a:p>
        </p:txBody>
      </p:sp>
      <p:sp>
        <p:nvSpPr>
          <p:cNvPr id="23" name="TextBox 22">
            <a:extLst>
              <a:ext uri="{FF2B5EF4-FFF2-40B4-BE49-F238E27FC236}">
                <a16:creationId xmlns:a16="http://schemas.microsoft.com/office/drawing/2014/main" id="{89C86B61-1415-A339-5167-135C6989EC87}"/>
              </a:ext>
            </a:extLst>
          </p:cNvPr>
          <p:cNvSpPr>
            <a:spLocks noGrp="1"/>
          </p:cNvSpPr>
          <p:nvPr/>
        </p:nvSpPr>
        <p:spPr>
          <a:xfrm>
            <a:off x="1347569" y="5805422"/>
            <a:ext cx="867225"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25ITE020</a:t>
            </a:r>
            <a:endParaRPr dirty="0">
              <a:solidFill>
                <a:schemeClr val="tx1">
                  <a:lumMod val="50000"/>
                  <a:lumOff val="50000"/>
                </a:schemeClr>
              </a:solidFill>
            </a:endParaRPr>
          </a:p>
        </p:txBody>
      </p:sp>
      <p:sp>
        <p:nvSpPr>
          <p:cNvPr id="24" name="TextBox 23">
            <a:extLst>
              <a:ext uri="{FF2B5EF4-FFF2-40B4-BE49-F238E27FC236}">
                <a16:creationId xmlns:a16="http://schemas.microsoft.com/office/drawing/2014/main" id="{F65FC1DB-5FE6-6564-F747-4E57B18F2FFC}"/>
              </a:ext>
            </a:extLst>
          </p:cNvPr>
          <p:cNvSpPr>
            <a:spLocks noGrp="1"/>
          </p:cNvSpPr>
          <p:nvPr/>
        </p:nvSpPr>
        <p:spPr>
          <a:xfrm>
            <a:off x="4030180" y="5476100"/>
            <a:ext cx="1327479"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Trần Đức Hiệp</a:t>
            </a:r>
            <a:endParaRPr dirty="0">
              <a:solidFill>
                <a:schemeClr val="tx1">
                  <a:lumMod val="50000"/>
                  <a:lumOff val="50000"/>
                </a:schemeClr>
              </a:solidFill>
            </a:endParaRPr>
          </a:p>
        </p:txBody>
      </p:sp>
      <p:sp>
        <p:nvSpPr>
          <p:cNvPr id="25" name="TextBox 24">
            <a:extLst>
              <a:ext uri="{FF2B5EF4-FFF2-40B4-BE49-F238E27FC236}">
                <a16:creationId xmlns:a16="http://schemas.microsoft.com/office/drawing/2014/main" id="{D7467668-73B7-78B7-3B18-BD53F03C48AE}"/>
              </a:ext>
            </a:extLst>
          </p:cNvPr>
          <p:cNvSpPr>
            <a:spLocks noGrp="1"/>
          </p:cNvSpPr>
          <p:nvPr/>
        </p:nvSpPr>
        <p:spPr>
          <a:xfrm>
            <a:off x="4300382" y="5790458"/>
            <a:ext cx="867225" cy="276999"/>
          </a:xfrm>
          <a:prstGeom prst="rect">
            <a:avLst/>
          </a:prstGeom>
          <a:noFill/>
        </p:spPr>
        <p:txBody>
          <a:bodyPr wrap="none" lIns="0" tIns="0" rIns="0" bIns="0">
            <a:spAutoFit/>
          </a:bodyPr>
          <a:lstStyle/>
          <a:p>
            <a:pPr algn="ctr">
              <a:buNone/>
            </a:pPr>
            <a:r>
              <a:rPr lang="vi-VN" dirty="0">
                <a:solidFill>
                  <a:schemeClr val="tx1">
                    <a:lumMod val="50000"/>
                    <a:lumOff val="50000"/>
                  </a:schemeClr>
                </a:solidFill>
              </a:rPr>
              <a:t>25ITE018</a:t>
            </a:r>
            <a:endParaRPr dirty="0">
              <a:solidFill>
                <a:schemeClr val="tx1">
                  <a:lumMod val="50000"/>
                  <a:lumOff val="50000"/>
                </a:schemeClr>
              </a:solidFill>
            </a:endParaRPr>
          </a:p>
        </p:txBody>
      </p:sp>
      <p:sp>
        <p:nvSpPr>
          <p:cNvPr id="26" name="TextBox 25">
            <a:extLst>
              <a:ext uri="{FF2B5EF4-FFF2-40B4-BE49-F238E27FC236}">
                <a16:creationId xmlns:a16="http://schemas.microsoft.com/office/drawing/2014/main" id="{CC826DA8-429F-2D43-F448-E88424233B1C}"/>
              </a:ext>
            </a:extLst>
          </p:cNvPr>
          <p:cNvSpPr>
            <a:spLocks noGrp="1"/>
          </p:cNvSpPr>
          <p:nvPr/>
        </p:nvSpPr>
        <p:spPr>
          <a:xfrm>
            <a:off x="7050586" y="5503613"/>
            <a:ext cx="1040349"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Lê Văn Huy</a:t>
            </a:r>
            <a:endParaRPr dirty="0">
              <a:solidFill>
                <a:schemeClr val="tx1">
                  <a:lumMod val="50000"/>
                  <a:lumOff val="50000"/>
                </a:schemeClr>
              </a:solidFill>
            </a:endParaRPr>
          </a:p>
        </p:txBody>
      </p:sp>
      <p:sp>
        <p:nvSpPr>
          <p:cNvPr id="27" name="TextBox 26">
            <a:extLst>
              <a:ext uri="{FF2B5EF4-FFF2-40B4-BE49-F238E27FC236}">
                <a16:creationId xmlns:a16="http://schemas.microsoft.com/office/drawing/2014/main" id="{C133688D-0099-19AD-AA31-3C022BAC06B8}"/>
              </a:ext>
            </a:extLst>
          </p:cNvPr>
          <p:cNvSpPr>
            <a:spLocks noGrp="1"/>
          </p:cNvSpPr>
          <p:nvPr/>
        </p:nvSpPr>
        <p:spPr>
          <a:xfrm>
            <a:off x="7137147" y="5795279"/>
            <a:ext cx="867225"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25ITE02</a:t>
            </a:r>
            <a:r>
              <a:rPr lang="en-US">
                <a:solidFill>
                  <a:schemeClr val="tx1">
                    <a:lumMod val="50000"/>
                    <a:lumOff val="50000"/>
                  </a:schemeClr>
                </a:solidFill>
              </a:rPr>
              <a:t>2</a:t>
            </a:r>
            <a:endParaRPr dirty="0">
              <a:solidFill>
                <a:schemeClr val="tx1">
                  <a:lumMod val="50000"/>
                  <a:lumOff val="50000"/>
                </a:schemeClr>
              </a:solidFill>
            </a:endParaRPr>
          </a:p>
        </p:txBody>
      </p:sp>
      <p:sp>
        <p:nvSpPr>
          <p:cNvPr id="28" name="TextBox 27">
            <a:extLst>
              <a:ext uri="{FF2B5EF4-FFF2-40B4-BE49-F238E27FC236}">
                <a16:creationId xmlns:a16="http://schemas.microsoft.com/office/drawing/2014/main" id="{17588722-4769-86B6-D31E-E2F188E444B5}"/>
              </a:ext>
            </a:extLst>
          </p:cNvPr>
          <p:cNvSpPr>
            <a:spLocks noGrp="1"/>
          </p:cNvSpPr>
          <p:nvPr/>
        </p:nvSpPr>
        <p:spPr>
          <a:xfrm>
            <a:off x="9334048" y="5482148"/>
            <a:ext cx="1891928"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Nguyễn Hoàng Phúc</a:t>
            </a:r>
            <a:endParaRPr dirty="0">
              <a:solidFill>
                <a:schemeClr val="tx1">
                  <a:lumMod val="50000"/>
                  <a:lumOff val="50000"/>
                </a:schemeClr>
              </a:solidFill>
            </a:endParaRPr>
          </a:p>
        </p:txBody>
      </p:sp>
      <p:sp>
        <p:nvSpPr>
          <p:cNvPr id="29" name="TextBox 28">
            <a:extLst>
              <a:ext uri="{FF2B5EF4-FFF2-40B4-BE49-F238E27FC236}">
                <a16:creationId xmlns:a16="http://schemas.microsoft.com/office/drawing/2014/main" id="{DA244ACD-FB8F-39E5-6193-EBF6DA22F3AB}"/>
              </a:ext>
            </a:extLst>
          </p:cNvPr>
          <p:cNvSpPr>
            <a:spLocks noGrp="1"/>
          </p:cNvSpPr>
          <p:nvPr/>
        </p:nvSpPr>
        <p:spPr>
          <a:xfrm>
            <a:off x="9705121" y="5805422"/>
            <a:ext cx="867225" cy="276999"/>
          </a:xfrm>
          <a:prstGeom prst="rect">
            <a:avLst/>
          </a:prstGeom>
          <a:noFill/>
        </p:spPr>
        <p:txBody>
          <a:bodyPr wrap="none" lIns="0" tIns="0" rIns="0" bIns="0">
            <a:spAutoFit/>
          </a:bodyPr>
          <a:lstStyle/>
          <a:p>
            <a:pPr algn="l">
              <a:buNone/>
            </a:pPr>
            <a:r>
              <a:rPr lang="vi-VN" dirty="0">
                <a:solidFill>
                  <a:schemeClr val="tx1">
                    <a:lumMod val="50000"/>
                    <a:lumOff val="50000"/>
                  </a:schemeClr>
                </a:solidFill>
              </a:rPr>
              <a:t>25ITE044</a:t>
            </a:r>
            <a:endParaRPr dirty="0">
              <a:solidFill>
                <a:schemeClr val="tx1">
                  <a:lumMod val="50000"/>
                  <a:lumOff val="50000"/>
                </a:schemeClr>
              </a:solidFill>
            </a:endParaRPr>
          </a:p>
        </p:txBody>
      </p:sp>
    </p:spTree>
    <p:extLst>
      <p:ext uri="{BB962C8B-B14F-4D97-AF65-F5344CB8AC3E}">
        <p14:creationId xmlns:p14="http://schemas.microsoft.com/office/powerpoint/2010/main" val="2229345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CC803D6-FCED-C794-B26A-24F258E2177D}"/>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B524B090-5CE6-9633-EC9C-D2EC523DE594}"/>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3BE3145A-C6A6-8308-78E5-3A25FFF8405C}"/>
              </a:ext>
            </a:extLst>
          </p:cNvPr>
          <p:cNvSpPr>
            <a:spLocks noGrp="1"/>
          </p:cNvSpPr>
          <p:nvPr/>
        </p:nvSpPr>
        <p:spPr>
          <a:xfrm>
            <a:off x="381000" y="838200"/>
            <a:ext cx="2355453" cy="276999"/>
          </a:xfrm>
          <a:prstGeom prst="rect">
            <a:avLst/>
          </a:prstGeom>
          <a:noFill/>
        </p:spPr>
        <p:txBody>
          <a:bodyPr wrap="none" lIns="0" tIns="0" rIns="0" bIns="0">
            <a:spAutoFit/>
          </a:bodyPr>
          <a:lstStyle/>
          <a:p>
            <a:pPr algn="l">
              <a:buNone/>
            </a:pPr>
            <a:r>
              <a:rPr>
                <a:solidFill>
                  <a:srgbClr val="DA2428"/>
                </a:solidFill>
                <a:latin typeface="Times New Roman" panose="02020603050405020304" pitchFamily="18" charset="0"/>
                <a:ea typeface="UTM Colossalis"/>
                <a:cs typeface="Times New Roman" panose="02020603050405020304" pitchFamily="18" charset="0"/>
              </a:rPr>
              <a:t>1. </a:t>
            </a:r>
            <a:r>
              <a:rPr dirty="0">
                <a:solidFill>
                  <a:srgbClr val="DA2428"/>
                </a:solidFill>
                <a:latin typeface="Times New Roman" panose="02020603050405020304" pitchFamily="18" charset="0"/>
                <a:ea typeface="UTM Colossalis"/>
                <a:cs typeface="Times New Roman" panose="02020603050405020304" pitchFamily="18" charset="0"/>
              </a:rPr>
              <a:t>LÍ DO CHỌN ĐỀ TÀI</a:t>
            </a:r>
          </a:p>
        </p:txBody>
      </p:sp>
      <p:sp>
        <p:nvSpPr>
          <p:cNvPr id="12" name="Rectangle 11">
            <a:extLst>
              <a:ext uri="{FF2B5EF4-FFF2-40B4-BE49-F238E27FC236}">
                <a16:creationId xmlns:a16="http://schemas.microsoft.com/office/drawing/2014/main" id="{81EBF924-F8E1-43E7-8AA8-6563CA7DB2DE}"/>
              </a:ext>
            </a:extLst>
          </p:cNvPr>
          <p:cNvSpPr>
            <a:spLocks noGrp="1"/>
          </p:cNvSpPr>
          <p:nvPr/>
        </p:nvSpPr>
        <p:spPr>
          <a:xfrm>
            <a:off x="476250" y="1381125"/>
            <a:ext cx="5143500" cy="7429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l">
              <a:defRPr sz="2400" b="1">
                <a:solidFill>
                  <a:srgbClr val="101C38"/>
                </a:solidFill>
                <a:latin typeface="Arial"/>
                <a:ea typeface="Arial"/>
                <a:cs typeface="Arial"/>
              </a:defRPr>
            </a:pPr>
            <a:r>
              <a:rPr sz="2400" b="1">
                <a:solidFill>
                  <a:srgbClr val="101C38"/>
                </a:solidFill>
                <a:latin typeface="Arial"/>
                <a:ea typeface="Arial"/>
                <a:cs typeface="Arial"/>
              </a:rPr>
              <a:t>Sinh viên mới cần một cách định hướng trực quan hơn</a:t>
            </a:r>
          </a:p>
        </p:txBody>
      </p:sp>
      <p:sp>
        <p:nvSpPr>
          <p:cNvPr id="13" name="Rectangle 12">
            <a:extLst>
              <a:ext uri="{FF2B5EF4-FFF2-40B4-BE49-F238E27FC236}">
                <a16:creationId xmlns:a16="http://schemas.microsoft.com/office/drawing/2014/main" id="{A86BD043-C6EE-4132-97B8-B7794D54F4C7}"/>
              </a:ext>
            </a:extLst>
          </p:cNvPr>
          <p:cNvSpPr>
            <a:spLocks noGrp="1"/>
          </p:cNvSpPr>
          <p:nvPr/>
        </p:nvSpPr>
        <p:spPr>
          <a:xfrm>
            <a:off x="476250" y="2143125"/>
            <a:ext cx="5000625" cy="104775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l">
              <a:defRPr sz="1425" b="0">
                <a:solidFill>
                  <a:srgbClr val="6B7280"/>
                </a:solidFill>
                <a:latin typeface="Arial"/>
                <a:ea typeface="Arial"/>
                <a:cs typeface="Arial"/>
              </a:defRPr>
            </a:pPr>
            <a:r>
              <a:rPr sz="1425" b="0">
                <a:solidFill>
                  <a:srgbClr val="6B7280"/>
                </a:solidFill>
                <a:latin typeface="Arial"/>
                <a:ea typeface="Arial"/>
                <a:cs typeface="Arial"/>
              </a:rPr>
              <a:t>Thông tin về giảng đường, khu chức năng và lộ trình thường nằm rời rạc. Việc chỉ xem bản đồ tĩnh khiến người học khó hình dung không gian thật trước khi đến trường.</a:t>
            </a:r>
          </a:p>
        </p:txBody>
      </p:sp>
      <p:sp>
        <p:nvSpPr>
          <p:cNvPr id="14" name="Rectangle 13">
            <a:extLst>
              <a:ext uri="{FF2B5EF4-FFF2-40B4-BE49-F238E27FC236}">
                <a16:creationId xmlns:a16="http://schemas.microsoft.com/office/drawing/2014/main" id="{0C7767A2-7F9C-4237-AD12-3DA29FD4EBE8}"/>
              </a:ext>
            </a:extLst>
          </p:cNvPr>
          <p:cNvSpPr>
            <a:spLocks noGrp="1"/>
          </p:cNvSpPr>
          <p:nvPr/>
        </p:nvSpPr>
        <p:spPr>
          <a:xfrm>
            <a:off x="476250" y="3429000"/>
            <a:ext cx="2381250" cy="1123950"/>
          </a:xfrm>
          <a:prstGeom prst="rect">
            <a:avLst/>
          </a:prstGeom>
          <a:solidFill>
            <a:srgbClr val="FDEBEC"/>
          </a:solidFill>
          <a:ln w="11430">
            <a:solidFill>
              <a:srgbClr val="D9E2F0"/>
            </a:solidFill>
            <a:prstDash val="solid"/>
          </a:ln>
        </p:spPr>
        <p:txBody>
          <a:bodyPr/>
          <a:lstStyle/>
          <a:p>
            <a:endParaRPr lang="en-US"/>
          </a:p>
        </p:txBody>
      </p:sp>
      <p:sp>
        <p:nvSpPr>
          <p:cNvPr id="15" name="Rectangle 14">
            <a:extLst>
              <a:ext uri="{FF2B5EF4-FFF2-40B4-BE49-F238E27FC236}">
                <a16:creationId xmlns:a16="http://schemas.microsoft.com/office/drawing/2014/main" id="{86FC8216-E069-43F5-AA02-465E32515F4D}"/>
              </a:ext>
            </a:extLst>
          </p:cNvPr>
          <p:cNvSpPr>
            <a:spLocks noGrp="1"/>
          </p:cNvSpPr>
          <p:nvPr/>
        </p:nvSpPr>
        <p:spPr>
          <a:xfrm>
            <a:off x="476250" y="3429000"/>
            <a:ext cx="76200" cy="1123950"/>
          </a:xfrm>
          <a:prstGeom prst="rect">
            <a:avLst/>
          </a:prstGeom>
          <a:solidFill>
            <a:srgbClr val="E5252A"/>
          </a:solidFill>
          <a:ln w="0">
            <a:solidFill>
              <a:srgbClr val="E5252A"/>
            </a:solidFill>
            <a:prstDash val="solid"/>
          </a:ln>
        </p:spPr>
        <p:txBody>
          <a:bodyPr/>
          <a:lstStyle/>
          <a:p>
            <a:endParaRPr lang="en-US"/>
          </a:p>
        </p:txBody>
      </p:sp>
      <p:sp>
        <p:nvSpPr>
          <p:cNvPr id="16" name="Rectangle 15">
            <a:extLst>
              <a:ext uri="{FF2B5EF4-FFF2-40B4-BE49-F238E27FC236}">
                <a16:creationId xmlns:a16="http://schemas.microsoft.com/office/drawing/2014/main" id="{646C53CA-01E0-4B2D-B126-DA19442A961E}"/>
              </a:ext>
            </a:extLst>
          </p:cNvPr>
          <p:cNvSpPr>
            <a:spLocks noGrp="1"/>
          </p:cNvSpPr>
          <p:nvPr/>
        </p:nvSpPr>
        <p:spPr>
          <a:xfrm>
            <a:off x="704850" y="3543300"/>
            <a:ext cx="20383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Khó hình dung</a:t>
            </a:r>
          </a:p>
        </p:txBody>
      </p:sp>
      <p:sp>
        <p:nvSpPr>
          <p:cNvPr id="17" name="Rectangle 16">
            <a:extLst>
              <a:ext uri="{FF2B5EF4-FFF2-40B4-BE49-F238E27FC236}">
                <a16:creationId xmlns:a16="http://schemas.microsoft.com/office/drawing/2014/main" id="{6A760B67-BD7C-44B1-97DA-9C4FF1C37A99}"/>
              </a:ext>
            </a:extLst>
          </p:cNvPr>
          <p:cNvSpPr>
            <a:spLocks noGrp="1"/>
          </p:cNvSpPr>
          <p:nvPr/>
        </p:nvSpPr>
        <p:spPr>
          <a:xfrm>
            <a:off x="704850" y="3886200"/>
            <a:ext cx="20193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Bản đồ phẳng chưa cho thấy góc nhìn và dấu mốc thực tế.</a:t>
            </a:r>
          </a:p>
        </p:txBody>
      </p:sp>
      <p:sp>
        <p:nvSpPr>
          <p:cNvPr id="18" name="Rectangle 17">
            <a:extLst>
              <a:ext uri="{FF2B5EF4-FFF2-40B4-BE49-F238E27FC236}">
                <a16:creationId xmlns:a16="http://schemas.microsoft.com/office/drawing/2014/main" id="{28202AAB-E753-4B8D-9A37-141F2982BEF3}"/>
              </a:ext>
            </a:extLst>
          </p:cNvPr>
          <p:cNvSpPr>
            <a:spLocks noGrp="1"/>
          </p:cNvSpPr>
          <p:nvPr/>
        </p:nvSpPr>
        <p:spPr>
          <a:xfrm>
            <a:off x="3048000" y="3429000"/>
            <a:ext cx="2381250" cy="1123950"/>
          </a:xfrm>
          <a:prstGeom prst="rect">
            <a:avLst/>
          </a:prstGeom>
          <a:solidFill>
            <a:srgbClr val="FFF6D8"/>
          </a:solidFill>
          <a:ln w="11430">
            <a:solidFill>
              <a:srgbClr val="D9E2F0"/>
            </a:solidFill>
            <a:prstDash val="solid"/>
          </a:ln>
        </p:spPr>
        <p:txBody>
          <a:bodyPr/>
          <a:lstStyle/>
          <a:p>
            <a:endParaRPr lang="en-US"/>
          </a:p>
        </p:txBody>
      </p:sp>
      <p:sp>
        <p:nvSpPr>
          <p:cNvPr id="19" name="Rectangle 18">
            <a:extLst>
              <a:ext uri="{FF2B5EF4-FFF2-40B4-BE49-F238E27FC236}">
                <a16:creationId xmlns:a16="http://schemas.microsoft.com/office/drawing/2014/main" id="{8542C077-4037-4E1C-A376-61D1753C5117}"/>
              </a:ext>
            </a:extLst>
          </p:cNvPr>
          <p:cNvSpPr>
            <a:spLocks noGrp="1"/>
          </p:cNvSpPr>
          <p:nvPr/>
        </p:nvSpPr>
        <p:spPr>
          <a:xfrm>
            <a:off x="3048000" y="3429000"/>
            <a:ext cx="76200" cy="1123950"/>
          </a:xfrm>
          <a:prstGeom prst="rect">
            <a:avLst/>
          </a:prstGeom>
          <a:solidFill>
            <a:srgbClr val="FFC515"/>
          </a:solidFill>
          <a:ln w="0">
            <a:solidFill>
              <a:srgbClr val="FFC515"/>
            </a:solidFill>
            <a:prstDash val="solid"/>
          </a:ln>
        </p:spPr>
        <p:txBody>
          <a:bodyPr/>
          <a:lstStyle/>
          <a:p>
            <a:endParaRPr lang="en-US"/>
          </a:p>
        </p:txBody>
      </p:sp>
      <p:sp>
        <p:nvSpPr>
          <p:cNvPr id="20" name="Rectangle 19">
            <a:extLst>
              <a:ext uri="{FF2B5EF4-FFF2-40B4-BE49-F238E27FC236}">
                <a16:creationId xmlns:a16="http://schemas.microsoft.com/office/drawing/2014/main" id="{B86E944B-F388-47C7-A325-CE0280BD7B14}"/>
              </a:ext>
            </a:extLst>
          </p:cNvPr>
          <p:cNvSpPr>
            <a:spLocks noGrp="1"/>
          </p:cNvSpPr>
          <p:nvPr/>
        </p:nvSpPr>
        <p:spPr>
          <a:xfrm>
            <a:off x="3276600" y="3543300"/>
            <a:ext cx="20383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Khó ghi nhớ</a:t>
            </a:r>
          </a:p>
        </p:txBody>
      </p:sp>
      <p:sp>
        <p:nvSpPr>
          <p:cNvPr id="21" name="Rectangle 20">
            <a:extLst>
              <a:ext uri="{FF2B5EF4-FFF2-40B4-BE49-F238E27FC236}">
                <a16:creationId xmlns:a16="http://schemas.microsoft.com/office/drawing/2014/main" id="{EF9C1E61-5099-4092-A16D-58EB14D09EEE}"/>
              </a:ext>
            </a:extLst>
          </p:cNvPr>
          <p:cNvSpPr>
            <a:spLocks noGrp="1"/>
          </p:cNvSpPr>
          <p:nvPr/>
        </p:nvSpPr>
        <p:spPr>
          <a:xfrm>
            <a:off x="3276600" y="3886200"/>
            <a:ext cx="20193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Đọc thông tin thụ động không tạo được trải nghiệm khám phá.</a:t>
            </a:r>
          </a:p>
        </p:txBody>
      </p:sp>
      <p:sp>
        <p:nvSpPr>
          <p:cNvPr id="22" name="Rectangle 21">
            <a:extLst>
              <a:ext uri="{FF2B5EF4-FFF2-40B4-BE49-F238E27FC236}">
                <a16:creationId xmlns:a16="http://schemas.microsoft.com/office/drawing/2014/main" id="{72B42639-32D0-4112-94FB-A80B68BE0A05}"/>
              </a:ext>
            </a:extLst>
          </p:cNvPr>
          <p:cNvSpPr>
            <a:spLocks noGrp="1"/>
          </p:cNvSpPr>
          <p:nvPr/>
        </p:nvSpPr>
        <p:spPr>
          <a:xfrm>
            <a:off x="5924550" y="1400175"/>
            <a:ext cx="2628900" cy="2200275"/>
          </a:xfrm>
          <a:prstGeom prst="rect">
            <a:avLst/>
          </a:prstGeom>
          <a:solidFill>
            <a:srgbClr val="000000">
              <a:alpha val="0"/>
            </a:srgbClr>
          </a:solidFill>
          <a:ln w="19050">
            <a:solidFill>
              <a:srgbClr val="0964E8"/>
            </a:solidFill>
            <a:prstDash val="solid"/>
          </a:ln>
        </p:spPr>
        <p:txBody>
          <a:bodyPr/>
          <a:lstStyle/>
          <a:p>
            <a:endParaRPr lang="en-US"/>
          </a:p>
        </p:txBody>
      </p:sp>
      <p:pic>
        <p:nvPicPr>
          <p:cNvPr id="23" name="Picture 22"/>
          <p:cNvPicPr>
            <a:picLocks noChangeAspect="1"/>
          </p:cNvPicPr>
          <p:nvPr/>
        </p:nvPicPr>
        <p:blipFill>
          <a:blip r:embed="rId4"/>
          <a:stretch/>
        </p:blipFill>
        <p:spPr>
          <a:xfrm>
            <a:off x="5953125" y="1777008"/>
            <a:ext cx="2571750" cy="1446609"/>
          </a:xfrm>
          <a:prstGeom prst="rect">
            <a:avLst/>
          </a:prstGeom>
        </p:spPr>
      </p:pic>
      <p:sp>
        <p:nvSpPr>
          <p:cNvPr id="24" name="Rectangle 23">
            <a:extLst>
              <a:ext uri="{FF2B5EF4-FFF2-40B4-BE49-F238E27FC236}">
                <a16:creationId xmlns:a16="http://schemas.microsoft.com/office/drawing/2014/main" id="{E09A9260-0666-4064-9BB5-013F1792D513}"/>
              </a:ext>
            </a:extLst>
          </p:cNvPr>
          <p:cNvSpPr>
            <a:spLocks noGrp="1"/>
          </p:cNvSpPr>
          <p:nvPr/>
        </p:nvSpPr>
        <p:spPr>
          <a:xfrm>
            <a:off x="8782050" y="1400175"/>
            <a:ext cx="2628900" cy="2200275"/>
          </a:xfrm>
          <a:prstGeom prst="rect">
            <a:avLst/>
          </a:prstGeom>
          <a:solidFill>
            <a:srgbClr val="000000">
              <a:alpha val="0"/>
            </a:srgbClr>
          </a:solidFill>
          <a:ln w="19050">
            <a:solidFill>
              <a:srgbClr val="E5252A"/>
            </a:solidFill>
            <a:prstDash val="solid"/>
          </a:ln>
        </p:spPr>
        <p:txBody>
          <a:bodyPr/>
          <a:lstStyle/>
          <a:p>
            <a:endParaRPr lang="en-US"/>
          </a:p>
        </p:txBody>
      </p:sp>
      <p:pic>
        <p:nvPicPr>
          <p:cNvPr id="25" name="Picture 24"/>
          <p:cNvPicPr>
            <a:picLocks noChangeAspect="1"/>
          </p:cNvPicPr>
          <p:nvPr/>
        </p:nvPicPr>
        <p:blipFill>
          <a:blip r:embed="rId5"/>
          <a:stretch/>
        </p:blipFill>
        <p:spPr>
          <a:xfrm>
            <a:off x="8810625" y="1642644"/>
            <a:ext cx="2571750" cy="1715337"/>
          </a:xfrm>
          <a:prstGeom prst="rect">
            <a:avLst/>
          </a:prstGeom>
        </p:spPr>
      </p:pic>
      <p:sp>
        <p:nvSpPr>
          <p:cNvPr id="26" name="Rectangle 25">
            <a:extLst>
              <a:ext uri="{FF2B5EF4-FFF2-40B4-BE49-F238E27FC236}">
                <a16:creationId xmlns:a16="http://schemas.microsoft.com/office/drawing/2014/main" id="{2DB04E65-5485-4BAE-8F5C-FFDD54EE5943}"/>
              </a:ext>
            </a:extLst>
          </p:cNvPr>
          <p:cNvSpPr>
            <a:spLocks noGrp="1"/>
          </p:cNvSpPr>
          <p:nvPr/>
        </p:nvSpPr>
        <p:spPr>
          <a:xfrm>
            <a:off x="5953125" y="3638550"/>
            <a:ext cx="2571750" cy="2857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275" b="1">
                <a:solidFill>
                  <a:srgbClr val="0964E8"/>
                </a:solidFill>
                <a:latin typeface="Arial"/>
                <a:ea typeface="Arial"/>
                <a:cs typeface="Arial"/>
              </a:defRPr>
            </a:pPr>
            <a:r>
              <a:rPr sz="1275" b="1">
                <a:solidFill>
                  <a:srgbClr val="0964E8"/>
                </a:solidFill>
                <a:latin typeface="Arial"/>
                <a:ea typeface="Arial"/>
                <a:cs typeface="Arial"/>
              </a:rPr>
              <a:t>KHU V</a:t>
            </a:r>
          </a:p>
        </p:txBody>
      </p:sp>
      <p:sp>
        <p:nvSpPr>
          <p:cNvPr id="27" name="Rectangle 26">
            <a:extLst>
              <a:ext uri="{FF2B5EF4-FFF2-40B4-BE49-F238E27FC236}">
                <a16:creationId xmlns:a16="http://schemas.microsoft.com/office/drawing/2014/main" id="{F2DFD8EF-4574-48E1-B13C-0CB5830A1941}"/>
              </a:ext>
            </a:extLst>
          </p:cNvPr>
          <p:cNvSpPr>
            <a:spLocks noGrp="1"/>
          </p:cNvSpPr>
          <p:nvPr/>
        </p:nvSpPr>
        <p:spPr>
          <a:xfrm>
            <a:off x="8810625" y="3638550"/>
            <a:ext cx="2571750" cy="2857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275" b="1">
                <a:solidFill>
                  <a:srgbClr val="E5252A"/>
                </a:solidFill>
                <a:latin typeface="Arial"/>
                <a:ea typeface="Arial"/>
                <a:cs typeface="Arial"/>
              </a:defRPr>
            </a:pPr>
            <a:r>
              <a:rPr sz="1275" b="1">
                <a:solidFill>
                  <a:srgbClr val="E5252A"/>
                </a:solidFill>
                <a:latin typeface="Arial"/>
                <a:ea typeface="Arial"/>
                <a:cs typeface="Arial"/>
              </a:rPr>
              <a:t>KHU K</a:t>
            </a:r>
          </a:p>
        </p:txBody>
      </p:sp>
      <p:sp>
        <p:nvSpPr>
          <p:cNvPr id="28" name="Rectangle 27">
            <a:extLst>
              <a:ext uri="{FF2B5EF4-FFF2-40B4-BE49-F238E27FC236}">
                <a16:creationId xmlns:a16="http://schemas.microsoft.com/office/drawing/2014/main" id="{677C8C92-EC32-4820-A1B0-E7C6BFF750C5}"/>
              </a:ext>
            </a:extLst>
          </p:cNvPr>
          <p:cNvSpPr>
            <a:spLocks noGrp="1"/>
          </p:cNvSpPr>
          <p:nvPr/>
        </p:nvSpPr>
        <p:spPr>
          <a:xfrm>
            <a:off x="6191250" y="4238625"/>
            <a:ext cx="4953000" cy="904875"/>
          </a:xfrm>
          <a:prstGeom prst="rect">
            <a:avLst/>
          </a:prstGeom>
          <a:solidFill>
            <a:srgbClr val="EAF2FF"/>
          </a:solidFill>
          <a:ln w="14288">
            <a:solidFill>
              <a:srgbClr val="0964E8"/>
            </a:solidFill>
            <a:prstDash val="solid"/>
          </a:ln>
        </p:spPr>
        <p:txBody>
          <a:bodyPr lIns="95250" tIns="76200" rIns="95250" bIns="76200" anchor="ctr"/>
          <a:lstStyle/>
          <a:p>
            <a:pPr algn="ctr">
              <a:defRPr sz="1725" b="1">
                <a:solidFill>
                  <a:srgbClr val="101C38"/>
                </a:solidFill>
                <a:latin typeface="Arial"/>
                <a:ea typeface="Arial"/>
                <a:cs typeface="Arial"/>
              </a:defRPr>
            </a:pPr>
            <a:r>
              <a:rPr sz="1725" b="1">
                <a:solidFill>
                  <a:srgbClr val="101C38"/>
                </a:solidFill>
                <a:latin typeface="Arial"/>
                <a:ea typeface="Arial"/>
                <a:cs typeface="Arial"/>
              </a:rPr>
              <a:t>Bài toán không chỉ là tìm đường, mà là hiểu campus trước khi bước vào hành trình thật.</a:t>
            </a:r>
          </a:p>
        </p:txBody>
      </p:sp>
    </p:spTree>
    <p:extLst>
      <p:ext uri="{BB962C8B-B14F-4D97-AF65-F5344CB8AC3E}">
        <p14:creationId xmlns:p14="http://schemas.microsoft.com/office/powerpoint/2010/main" val="3767759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13A05D-804E-04EC-8E22-2E7A3DE49E1C}"/>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9FD63E01-1723-9D83-84DF-ADF4E34677E9}"/>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8893E4A6-BC9C-7998-5A3D-57999E50C2DB}"/>
              </a:ext>
            </a:extLst>
          </p:cNvPr>
          <p:cNvSpPr>
            <a:spLocks noGrp="1"/>
          </p:cNvSpPr>
          <p:nvPr/>
        </p:nvSpPr>
        <p:spPr>
          <a:xfrm>
            <a:off x="381000" y="762000"/>
            <a:ext cx="1365758" cy="276999"/>
          </a:xfrm>
          <a:prstGeom prst="rect">
            <a:avLst/>
          </a:prstGeom>
          <a:noFill/>
        </p:spPr>
        <p:txBody>
          <a:bodyPr wrap="none" lIns="0" tIns="0" rIns="0" bIns="0">
            <a:spAutoFit/>
          </a:bodyPr>
          <a:lstStyle/>
          <a:p>
            <a:pPr algn="l">
              <a:buNone/>
            </a:pPr>
            <a:r>
              <a:rPr dirty="0">
                <a:solidFill>
                  <a:srgbClr val="DA2428"/>
                </a:solidFill>
                <a:latin typeface="Times New Roman" panose="02020603050405020304" pitchFamily="18" charset="0"/>
                <a:ea typeface="UTM Colossalis"/>
                <a:cs typeface="Times New Roman" panose="02020603050405020304" pitchFamily="18" charset="0"/>
              </a:rPr>
              <a:t>2. GIẢI PHÁP</a:t>
            </a:r>
          </a:p>
        </p:txBody>
      </p:sp>
      <p:sp>
        <p:nvSpPr>
          <p:cNvPr id="12" name="Rectangle 11">
            <a:extLst>
              <a:ext uri="{FF2B5EF4-FFF2-40B4-BE49-F238E27FC236}">
                <a16:creationId xmlns:a16="http://schemas.microsoft.com/office/drawing/2014/main" id="{A884E187-8B10-4D1E-9375-C021670217E7}"/>
              </a:ext>
            </a:extLst>
          </p:cNvPr>
          <p:cNvSpPr>
            <a:spLocks noGrp="1"/>
          </p:cNvSpPr>
          <p:nvPr/>
        </p:nvSpPr>
        <p:spPr>
          <a:xfrm>
            <a:off x="495300" y="1352550"/>
            <a:ext cx="6724650" cy="4057650"/>
          </a:xfrm>
          <a:prstGeom prst="rect">
            <a:avLst/>
          </a:prstGeom>
          <a:solidFill>
            <a:srgbClr val="000000">
              <a:alpha val="0"/>
            </a:srgbClr>
          </a:solidFill>
          <a:ln w="19050">
            <a:solidFill>
              <a:srgbClr val="0964E8"/>
            </a:solidFill>
            <a:prstDash val="solid"/>
          </a:ln>
        </p:spPr>
        <p:txBody>
          <a:bodyPr/>
          <a:lstStyle/>
          <a:p>
            <a:endParaRPr lang="en-US"/>
          </a:p>
        </p:txBody>
      </p:sp>
      <p:pic>
        <p:nvPicPr>
          <p:cNvPr id="13" name="Picture 12"/>
          <p:cNvPicPr>
            <a:picLocks noChangeAspect="1"/>
          </p:cNvPicPr>
          <p:nvPr/>
        </p:nvPicPr>
        <p:blipFill>
          <a:blip r:embed="rId4"/>
          <a:srcRect l="3125" r="3125"/>
          <a:stretch>
            <a:fillRect/>
          </a:stretch>
        </p:blipFill>
        <p:spPr>
          <a:xfrm>
            <a:off x="523875" y="1381125"/>
            <a:ext cx="6667500" cy="4000500"/>
          </a:xfrm>
          <a:prstGeom prst="rect">
            <a:avLst/>
          </a:prstGeom>
        </p:spPr>
      </p:pic>
      <p:sp>
        <p:nvSpPr>
          <p:cNvPr id="14" name="Rectangle 13">
            <a:extLst>
              <a:ext uri="{FF2B5EF4-FFF2-40B4-BE49-F238E27FC236}">
                <a16:creationId xmlns:a16="http://schemas.microsoft.com/office/drawing/2014/main" id="{204EBF38-F0F4-47F0-92AD-3CD07D546596}"/>
              </a:ext>
            </a:extLst>
          </p:cNvPr>
          <p:cNvSpPr>
            <a:spLocks noGrp="1"/>
          </p:cNvSpPr>
          <p:nvPr/>
        </p:nvSpPr>
        <p:spPr>
          <a:xfrm>
            <a:off x="7620000" y="1428750"/>
            <a:ext cx="3714750" cy="952500"/>
          </a:xfrm>
          <a:prstGeom prst="rect">
            <a:avLst/>
          </a:prstGeom>
          <a:solidFill>
            <a:srgbClr val="000000">
              <a:alpha val="0"/>
            </a:srgbClr>
          </a:solidFill>
          <a:ln w="0">
            <a:solidFill>
              <a:srgbClr val="000000">
                <a:alpha val="0"/>
              </a:srgbClr>
            </a:solidFill>
            <a:prstDash val="solid"/>
          </a:ln>
        </p:spPr>
        <p:txBody>
          <a:bodyPr lIns="95250" tIns="76200" rIns="95250" bIns="76200" anchor="t"/>
          <a:lstStyle/>
          <a:p>
            <a:pPr algn="l">
              <a:defRPr sz="1950" b="1">
                <a:solidFill>
                  <a:srgbClr val="101C38"/>
                </a:solidFill>
                <a:latin typeface="Arial"/>
                <a:ea typeface="Arial"/>
                <a:cs typeface="Arial"/>
              </a:defRPr>
            </a:pPr>
            <a:r>
              <a:rPr sz="1950" b="1">
                <a:solidFill>
                  <a:srgbClr val="101C38"/>
                </a:solidFill>
                <a:latin typeface="Arial"/>
                <a:ea typeface="Arial"/>
                <a:cs typeface="Arial"/>
              </a:rPr>
              <a:t>Biến tham quan campus thành một hành trình số có mục tiêu</a:t>
            </a:r>
          </a:p>
        </p:txBody>
      </p:sp>
      <p:sp>
        <p:nvSpPr>
          <p:cNvPr id="15" name="Rectangle 14">
            <a:extLst>
              <a:ext uri="{FF2B5EF4-FFF2-40B4-BE49-F238E27FC236}">
                <a16:creationId xmlns:a16="http://schemas.microsoft.com/office/drawing/2014/main" id="{57A3CE52-75E3-4D6F-9AA6-112F6667BF98}"/>
              </a:ext>
            </a:extLst>
          </p:cNvPr>
          <p:cNvSpPr>
            <a:spLocks noGrp="1"/>
          </p:cNvSpPr>
          <p:nvPr/>
        </p:nvSpPr>
        <p:spPr>
          <a:xfrm>
            <a:off x="7620000" y="2571750"/>
            <a:ext cx="3714750" cy="838200"/>
          </a:xfrm>
          <a:prstGeom prst="rect">
            <a:avLst/>
          </a:prstGeom>
          <a:solidFill>
            <a:srgbClr val="EAF2FF"/>
          </a:solidFill>
          <a:ln w="11430">
            <a:solidFill>
              <a:srgbClr val="D9E2F0"/>
            </a:solidFill>
            <a:prstDash val="solid"/>
          </a:ln>
        </p:spPr>
        <p:txBody>
          <a:bodyPr/>
          <a:lstStyle/>
          <a:p>
            <a:endParaRPr lang="en-US"/>
          </a:p>
        </p:txBody>
      </p:sp>
      <p:sp>
        <p:nvSpPr>
          <p:cNvPr id="16" name="Rectangle 15">
            <a:extLst>
              <a:ext uri="{FF2B5EF4-FFF2-40B4-BE49-F238E27FC236}">
                <a16:creationId xmlns:a16="http://schemas.microsoft.com/office/drawing/2014/main" id="{9BFFBD50-0BDF-42CA-B7A8-17F1AADA9216}"/>
              </a:ext>
            </a:extLst>
          </p:cNvPr>
          <p:cNvSpPr>
            <a:spLocks noGrp="1"/>
          </p:cNvSpPr>
          <p:nvPr/>
        </p:nvSpPr>
        <p:spPr>
          <a:xfrm>
            <a:off x="7620000" y="2571750"/>
            <a:ext cx="76200" cy="838200"/>
          </a:xfrm>
          <a:prstGeom prst="rect">
            <a:avLst/>
          </a:prstGeom>
          <a:solidFill>
            <a:srgbClr val="0964E8"/>
          </a:solidFill>
          <a:ln w="0">
            <a:solidFill>
              <a:srgbClr val="0964E8"/>
            </a:solidFill>
            <a:prstDash val="solid"/>
          </a:ln>
        </p:spPr>
        <p:txBody>
          <a:bodyPr/>
          <a:lstStyle/>
          <a:p>
            <a:endParaRPr lang="en-US"/>
          </a:p>
        </p:txBody>
      </p:sp>
      <p:sp>
        <p:nvSpPr>
          <p:cNvPr id="17" name="Rectangle 16">
            <a:extLst>
              <a:ext uri="{FF2B5EF4-FFF2-40B4-BE49-F238E27FC236}">
                <a16:creationId xmlns:a16="http://schemas.microsoft.com/office/drawing/2014/main" id="{7AD0DFCB-6E6E-416D-8017-DF0AE61394BE}"/>
              </a:ext>
            </a:extLst>
          </p:cNvPr>
          <p:cNvSpPr>
            <a:spLocks noGrp="1"/>
          </p:cNvSpPr>
          <p:nvPr/>
        </p:nvSpPr>
        <p:spPr>
          <a:xfrm>
            <a:off x="7848600" y="2686050"/>
            <a:ext cx="3371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Quan sát không gian 360°</a:t>
            </a:r>
          </a:p>
        </p:txBody>
      </p:sp>
      <p:sp>
        <p:nvSpPr>
          <p:cNvPr id="18" name="Rectangle 17">
            <a:extLst>
              <a:ext uri="{FF2B5EF4-FFF2-40B4-BE49-F238E27FC236}">
                <a16:creationId xmlns:a16="http://schemas.microsoft.com/office/drawing/2014/main" id="{42C93B69-9263-46A1-A839-8ED7F9C16EB1}"/>
              </a:ext>
            </a:extLst>
          </p:cNvPr>
          <p:cNvSpPr>
            <a:spLocks noGrp="1"/>
          </p:cNvSpPr>
          <p:nvPr/>
        </p:nvSpPr>
        <p:spPr>
          <a:xfrm>
            <a:off x="7848600" y="3028950"/>
            <a:ext cx="33528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Nhận diện địa điểm bằng hình ảnh thật và góc nhìn nhập vai.</a:t>
            </a:r>
          </a:p>
        </p:txBody>
      </p:sp>
      <p:sp>
        <p:nvSpPr>
          <p:cNvPr id="19" name="Rectangle 18">
            <a:extLst>
              <a:ext uri="{FF2B5EF4-FFF2-40B4-BE49-F238E27FC236}">
                <a16:creationId xmlns:a16="http://schemas.microsoft.com/office/drawing/2014/main" id="{5BBA68A0-BEA2-4DDB-836C-959D20064B83}"/>
              </a:ext>
            </a:extLst>
          </p:cNvPr>
          <p:cNvSpPr>
            <a:spLocks noGrp="1"/>
          </p:cNvSpPr>
          <p:nvPr/>
        </p:nvSpPr>
        <p:spPr>
          <a:xfrm>
            <a:off x="7620000" y="3571875"/>
            <a:ext cx="3714750" cy="838200"/>
          </a:xfrm>
          <a:prstGeom prst="rect">
            <a:avLst/>
          </a:prstGeom>
          <a:solidFill>
            <a:srgbClr val="FFF6D8"/>
          </a:solidFill>
          <a:ln w="11430">
            <a:solidFill>
              <a:srgbClr val="D9E2F0"/>
            </a:solidFill>
            <a:prstDash val="solid"/>
          </a:ln>
        </p:spPr>
        <p:txBody>
          <a:bodyPr/>
          <a:lstStyle/>
          <a:p>
            <a:endParaRPr lang="en-US"/>
          </a:p>
        </p:txBody>
      </p:sp>
      <p:sp>
        <p:nvSpPr>
          <p:cNvPr id="20" name="Rectangle 19">
            <a:extLst>
              <a:ext uri="{FF2B5EF4-FFF2-40B4-BE49-F238E27FC236}">
                <a16:creationId xmlns:a16="http://schemas.microsoft.com/office/drawing/2014/main" id="{6B0C6D34-78B8-48B6-B070-0C7118B92D0B}"/>
              </a:ext>
            </a:extLst>
          </p:cNvPr>
          <p:cNvSpPr>
            <a:spLocks noGrp="1"/>
          </p:cNvSpPr>
          <p:nvPr/>
        </p:nvSpPr>
        <p:spPr>
          <a:xfrm>
            <a:off x="7620000" y="3571875"/>
            <a:ext cx="76200" cy="838200"/>
          </a:xfrm>
          <a:prstGeom prst="rect">
            <a:avLst/>
          </a:prstGeom>
          <a:solidFill>
            <a:srgbClr val="FFC515"/>
          </a:solidFill>
          <a:ln w="0">
            <a:solidFill>
              <a:srgbClr val="FFC515"/>
            </a:solidFill>
            <a:prstDash val="solid"/>
          </a:ln>
        </p:spPr>
        <p:txBody>
          <a:bodyPr/>
          <a:lstStyle/>
          <a:p>
            <a:endParaRPr lang="en-US"/>
          </a:p>
        </p:txBody>
      </p:sp>
      <p:sp>
        <p:nvSpPr>
          <p:cNvPr id="21" name="Rectangle 20">
            <a:extLst>
              <a:ext uri="{FF2B5EF4-FFF2-40B4-BE49-F238E27FC236}">
                <a16:creationId xmlns:a16="http://schemas.microsoft.com/office/drawing/2014/main" id="{BCF098D2-2160-4B4E-AD4F-9CF904233B48}"/>
              </a:ext>
            </a:extLst>
          </p:cNvPr>
          <p:cNvSpPr>
            <a:spLocks noGrp="1"/>
          </p:cNvSpPr>
          <p:nvPr/>
        </p:nvSpPr>
        <p:spPr>
          <a:xfrm>
            <a:off x="7848600" y="3686175"/>
            <a:ext cx="3371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Hoàn thành nhiệm vụ</a:t>
            </a:r>
          </a:p>
        </p:txBody>
      </p:sp>
      <p:sp>
        <p:nvSpPr>
          <p:cNvPr id="22" name="Rectangle 21">
            <a:extLst>
              <a:ext uri="{FF2B5EF4-FFF2-40B4-BE49-F238E27FC236}">
                <a16:creationId xmlns:a16="http://schemas.microsoft.com/office/drawing/2014/main" id="{8C8C4723-931E-4A08-96DC-AB7BA2004E92}"/>
              </a:ext>
            </a:extLst>
          </p:cNvPr>
          <p:cNvSpPr>
            <a:spLocks noGrp="1"/>
          </p:cNvSpPr>
          <p:nvPr/>
        </p:nvSpPr>
        <p:spPr>
          <a:xfrm>
            <a:off x="7848600" y="4029075"/>
            <a:ext cx="33528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Mỗi chặng yêu cầu quan sát, ghi nhớ và tiếp tục đúng tuyến.</a:t>
            </a:r>
          </a:p>
        </p:txBody>
      </p:sp>
      <p:sp>
        <p:nvSpPr>
          <p:cNvPr id="23" name="Rectangle 22">
            <a:extLst>
              <a:ext uri="{FF2B5EF4-FFF2-40B4-BE49-F238E27FC236}">
                <a16:creationId xmlns:a16="http://schemas.microsoft.com/office/drawing/2014/main" id="{E068BCC3-C0D5-4D9F-A664-8380E47B9643}"/>
              </a:ext>
            </a:extLst>
          </p:cNvPr>
          <p:cNvSpPr>
            <a:spLocks noGrp="1"/>
          </p:cNvSpPr>
          <p:nvPr/>
        </p:nvSpPr>
        <p:spPr>
          <a:xfrm>
            <a:off x="7620000" y="4572000"/>
            <a:ext cx="3714750" cy="838200"/>
          </a:xfrm>
          <a:prstGeom prst="rect">
            <a:avLst/>
          </a:prstGeom>
          <a:solidFill>
            <a:srgbClr val="FDEBEC"/>
          </a:solidFill>
          <a:ln w="11430">
            <a:solidFill>
              <a:srgbClr val="D9E2F0"/>
            </a:solidFill>
            <a:prstDash val="solid"/>
          </a:ln>
        </p:spPr>
        <p:txBody>
          <a:bodyPr/>
          <a:lstStyle/>
          <a:p>
            <a:endParaRPr lang="en-US"/>
          </a:p>
        </p:txBody>
      </p:sp>
      <p:sp>
        <p:nvSpPr>
          <p:cNvPr id="24" name="Rectangle 23">
            <a:extLst>
              <a:ext uri="{FF2B5EF4-FFF2-40B4-BE49-F238E27FC236}">
                <a16:creationId xmlns:a16="http://schemas.microsoft.com/office/drawing/2014/main" id="{7D8094D0-CFAE-4C4A-959F-54C9FBF53AD3}"/>
              </a:ext>
            </a:extLst>
          </p:cNvPr>
          <p:cNvSpPr>
            <a:spLocks noGrp="1"/>
          </p:cNvSpPr>
          <p:nvPr/>
        </p:nvSpPr>
        <p:spPr>
          <a:xfrm>
            <a:off x="7620000" y="4572000"/>
            <a:ext cx="76200" cy="838200"/>
          </a:xfrm>
          <a:prstGeom prst="rect">
            <a:avLst/>
          </a:prstGeom>
          <a:solidFill>
            <a:srgbClr val="E5252A"/>
          </a:solidFill>
          <a:ln w="0">
            <a:solidFill>
              <a:srgbClr val="E5252A"/>
            </a:solidFill>
            <a:prstDash val="solid"/>
          </a:ln>
        </p:spPr>
        <p:txBody>
          <a:bodyPr/>
          <a:lstStyle/>
          <a:p>
            <a:endParaRPr lang="en-US"/>
          </a:p>
        </p:txBody>
      </p:sp>
      <p:sp>
        <p:nvSpPr>
          <p:cNvPr id="25" name="Rectangle 24">
            <a:extLst>
              <a:ext uri="{FF2B5EF4-FFF2-40B4-BE49-F238E27FC236}">
                <a16:creationId xmlns:a16="http://schemas.microsoft.com/office/drawing/2014/main" id="{DE7A2355-3413-4C40-9FB5-689C1E781076}"/>
              </a:ext>
            </a:extLst>
          </p:cNvPr>
          <p:cNvSpPr>
            <a:spLocks noGrp="1"/>
          </p:cNvSpPr>
          <p:nvPr/>
        </p:nvSpPr>
        <p:spPr>
          <a:xfrm>
            <a:off x="7848600" y="4686300"/>
            <a:ext cx="3371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Lưu lại tiến trình</a:t>
            </a:r>
          </a:p>
        </p:txBody>
      </p:sp>
      <p:sp>
        <p:nvSpPr>
          <p:cNvPr id="26" name="Rectangle 25">
            <a:extLst>
              <a:ext uri="{FF2B5EF4-FFF2-40B4-BE49-F238E27FC236}">
                <a16:creationId xmlns:a16="http://schemas.microsoft.com/office/drawing/2014/main" id="{E8AE3736-5ED9-4A0C-8760-35D4449B271A}"/>
              </a:ext>
            </a:extLst>
          </p:cNvPr>
          <p:cNvSpPr>
            <a:spLocks noGrp="1"/>
          </p:cNvSpPr>
          <p:nvPr/>
        </p:nvSpPr>
        <p:spPr>
          <a:xfrm>
            <a:off x="7848600" y="5029200"/>
            <a:ext cx="33528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Hồ sơ, điểm số và thành tích được đồng bộ theo người dùng.</a:t>
            </a:r>
          </a:p>
        </p:txBody>
      </p:sp>
    </p:spTree>
    <p:extLst>
      <p:ext uri="{BB962C8B-B14F-4D97-AF65-F5344CB8AC3E}">
        <p14:creationId xmlns:p14="http://schemas.microsoft.com/office/powerpoint/2010/main" val="518707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13A05D-804E-04EC-8E22-2E7A3DE49E1C}"/>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9FD63E01-1723-9D83-84DF-ADF4E34677E9}"/>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8893E4A6-BC9C-7998-5A3D-57999E50C2DB}"/>
              </a:ext>
            </a:extLst>
          </p:cNvPr>
          <p:cNvSpPr>
            <a:spLocks noGrp="1"/>
          </p:cNvSpPr>
          <p:nvPr/>
        </p:nvSpPr>
        <p:spPr>
          <a:xfrm>
            <a:off x="381000" y="762000"/>
            <a:ext cx="2823530" cy="276999"/>
          </a:xfrm>
          <a:prstGeom prst="rect">
            <a:avLst/>
          </a:prstGeom>
          <a:noFill/>
        </p:spPr>
        <p:txBody>
          <a:bodyPr wrap="none" lIns="0" tIns="0" rIns="0" bIns="0">
            <a:spAutoFit/>
          </a:bodyPr>
          <a:lstStyle/>
          <a:p>
            <a:pPr algn="l">
              <a:buNone/>
            </a:pPr>
            <a:r>
              <a:rPr dirty="0">
                <a:solidFill>
                  <a:srgbClr val="DA2428"/>
                </a:solidFill>
                <a:latin typeface="Times New Roman" panose="02020603050405020304" pitchFamily="18" charset="0"/>
                <a:ea typeface="UTM Colossalis"/>
                <a:cs typeface="Times New Roman" panose="02020603050405020304" pitchFamily="18" charset="0"/>
              </a:rPr>
              <a:t>3. HÀNH TRÌNH 20 CHẶNG</a:t>
            </a:r>
          </a:p>
        </p:txBody>
      </p:sp>
      <p:sp>
        <p:nvSpPr>
          <p:cNvPr id="12" name="Rectangle 11">
            <a:extLst>
              <a:ext uri="{FF2B5EF4-FFF2-40B4-BE49-F238E27FC236}">
                <a16:creationId xmlns:a16="http://schemas.microsoft.com/office/drawing/2014/main" id="{C13977E9-78E6-4572-A1AD-DDC36DF99CB9}"/>
              </a:ext>
            </a:extLst>
          </p:cNvPr>
          <p:cNvSpPr>
            <a:spLocks noGrp="1"/>
          </p:cNvSpPr>
          <p:nvPr/>
        </p:nvSpPr>
        <p:spPr>
          <a:xfrm>
            <a:off x="476250" y="1381125"/>
            <a:ext cx="7429500" cy="4953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2175" b="1">
                <a:solidFill>
                  <a:srgbClr val="101C38"/>
                </a:solidFill>
                <a:latin typeface="Arial"/>
                <a:ea typeface="Arial"/>
                <a:cs typeface="Arial"/>
              </a:defRPr>
            </a:pPr>
            <a:r>
              <a:rPr sz="2175" b="1">
                <a:solidFill>
                  <a:srgbClr val="101C38"/>
                </a:solidFill>
                <a:latin typeface="Arial"/>
                <a:ea typeface="Arial"/>
                <a:cs typeface="Arial"/>
              </a:rPr>
              <a:t>Một tuyến trải nghiệm liền mạch qua hai khuôn viên</a:t>
            </a:r>
          </a:p>
        </p:txBody>
      </p:sp>
      <p:sp>
        <p:nvSpPr>
          <p:cNvPr id="13" name="Rectangle 12">
            <a:extLst>
              <a:ext uri="{FF2B5EF4-FFF2-40B4-BE49-F238E27FC236}">
                <a16:creationId xmlns:a16="http://schemas.microsoft.com/office/drawing/2014/main" id="{D451238B-6D36-4C13-AAF7-1BFD2C8ED6D9}"/>
              </a:ext>
            </a:extLst>
          </p:cNvPr>
          <p:cNvSpPr>
            <a:spLocks noGrp="1"/>
          </p:cNvSpPr>
          <p:nvPr/>
        </p:nvSpPr>
        <p:spPr>
          <a:xfrm>
            <a:off x="476250" y="1885950"/>
            <a:ext cx="990600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350" b="0">
                <a:solidFill>
                  <a:srgbClr val="6B7280"/>
                </a:solidFill>
                <a:latin typeface="Arial"/>
                <a:ea typeface="Arial"/>
                <a:cs typeface="Arial"/>
              </a:defRPr>
            </a:pPr>
            <a:r>
              <a:rPr sz="1350" b="0">
                <a:solidFill>
                  <a:srgbClr val="6B7280"/>
                </a:solidFill>
                <a:latin typeface="Arial"/>
                <a:ea typeface="Arial"/>
                <a:cs typeface="Arial"/>
              </a:rPr>
              <a:t>3 chặng khu V tạo nền định hướng; 17 chặng khu K mở rộng sang học tập, hành chính, thư viện, thể thao và tiện ích.</a:t>
            </a:r>
          </a:p>
        </p:txBody>
      </p:sp>
      <p:sp>
        <p:nvSpPr>
          <p:cNvPr id="14" name="Rectangle 13">
            <a:extLst>
              <a:ext uri="{FF2B5EF4-FFF2-40B4-BE49-F238E27FC236}">
                <a16:creationId xmlns:a16="http://schemas.microsoft.com/office/drawing/2014/main" id="{0D14A955-0312-4456-9A9D-475C5B95416A}"/>
              </a:ext>
            </a:extLst>
          </p:cNvPr>
          <p:cNvSpPr>
            <a:spLocks noGrp="1"/>
          </p:cNvSpPr>
          <p:nvPr/>
        </p:nvSpPr>
        <p:spPr>
          <a:xfrm>
            <a:off x="809625" y="3219450"/>
            <a:ext cx="10477500" cy="95250"/>
          </a:xfrm>
          <a:prstGeom prst="rect">
            <a:avLst/>
          </a:prstGeom>
          <a:solidFill>
            <a:srgbClr val="D9E2F0"/>
          </a:solidFill>
          <a:ln w="0">
            <a:solidFill>
              <a:srgbClr val="D9E2F0"/>
            </a:solidFill>
            <a:prstDash val="solid"/>
          </a:ln>
        </p:spPr>
        <p:txBody>
          <a:bodyPr/>
          <a:lstStyle/>
          <a:p>
            <a:endParaRPr lang="en-US"/>
          </a:p>
        </p:txBody>
      </p:sp>
      <p:sp>
        <p:nvSpPr>
          <p:cNvPr id="15" name="Oval 14">
            <a:extLst>
              <a:ext uri="{FF2B5EF4-FFF2-40B4-BE49-F238E27FC236}">
                <a16:creationId xmlns:a16="http://schemas.microsoft.com/office/drawing/2014/main" id="{FBE0C527-8642-43C0-BA56-AEB12D92810D}"/>
              </a:ext>
            </a:extLst>
          </p:cNvPr>
          <p:cNvSpPr>
            <a:spLocks noGrp="1"/>
          </p:cNvSpPr>
          <p:nvPr/>
        </p:nvSpPr>
        <p:spPr>
          <a:xfrm>
            <a:off x="952500" y="3057525"/>
            <a:ext cx="323850" cy="323850"/>
          </a:xfrm>
          <a:prstGeom prst="ellipse">
            <a:avLst/>
          </a:prstGeom>
          <a:solidFill>
            <a:srgbClr val="0964E8"/>
          </a:solidFill>
          <a:ln w="19050">
            <a:solidFill>
              <a:srgbClr val="FFFFFF"/>
            </a:solidFill>
            <a:prstDash val="solid"/>
          </a:ln>
        </p:spPr>
        <p:txBody>
          <a:bodyPr/>
          <a:lstStyle/>
          <a:p>
            <a:endParaRPr lang="en-US"/>
          </a:p>
        </p:txBody>
      </p:sp>
      <p:sp>
        <p:nvSpPr>
          <p:cNvPr id="16" name="Rectangle 15">
            <a:extLst>
              <a:ext uri="{FF2B5EF4-FFF2-40B4-BE49-F238E27FC236}">
                <a16:creationId xmlns:a16="http://schemas.microsoft.com/office/drawing/2014/main" id="{85CE2EB6-305F-40E1-9EDD-AA545A0A2441}"/>
              </a:ext>
            </a:extLst>
          </p:cNvPr>
          <p:cNvSpPr>
            <a:spLocks noGrp="1"/>
          </p:cNvSpPr>
          <p:nvPr/>
        </p:nvSpPr>
        <p:spPr>
          <a:xfrm>
            <a:off x="95250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a:t>
            </a:r>
          </a:p>
        </p:txBody>
      </p:sp>
      <p:sp>
        <p:nvSpPr>
          <p:cNvPr id="17" name="Oval 16">
            <a:extLst>
              <a:ext uri="{FF2B5EF4-FFF2-40B4-BE49-F238E27FC236}">
                <a16:creationId xmlns:a16="http://schemas.microsoft.com/office/drawing/2014/main" id="{72FA9D56-49BA-48DC-A9FC-65588969E159}"/>
              </a:ext>
            </a:extLst>
          </p:cNvPr>
          <p:cNvSpPr>
            <a:spLocks noGrp="1"/>
          </p:cNvSpPr>
          <p:nvPr/>
        </p:nvSpPr>
        <p:spPr>
          <a:xfrm>
            <a:off x="1478280" y="3057525"/>
            <a:ext cx="323850" cy="323850"/>
          </a:xfrm>
          <a:prstGeom prst="ellipse">
            <a:avLst/>
          </a:prstGeom>
          <a:solidFill>
            <a:srgbClr val="0964E8"/>
          </a:solidFill>
          <a:ln w="19050">
            <a:solidFill>
              <a:srgbClr val="FFFFFF"/>
            </a:solidFill>
            <a:prstDash val="solid"/>
          </a:ln>
        </p:spPr>
        <p:txBody>
          <a:bodyPr/>
          <a:lstStyle/>
          <a:p>
            <a:endParaRPr lang="en-US"/>
          </a:p>
        </p:txBody>
      </p:sp>
      <p:sp>
        <p:nvSpPr>
          <p:cNvPr id="18" name="Rectangle 17">
            <a:extLst>
              <a:ext uri="{FF2B5EF4-FFF2-40B4-BE49-F238E27FC236}">
                <a16:creationId xmlns:a16="http://schemas.microsoft.com/office/drawing/2014/main" id="{70694576-1C48-4FD3-B41A-198AD4C7853B}"/>
              </a:ext>
            </a:extLst>
          </p:cNvPr>
          <p:cNvSpPr>
            <a:spLocks noGrp="1"/>
          </p:cNvSpPr>
          <p:nvPr/>
        </p:nvSpPr>
        <p:spPr>
          <a:xfrm>
            <a:off x="147828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2</a:t>
            </a:r>
          </a:p>
        </p:txBody>
      </p:sp>
      <p:sp>
        <p:nvSpPr>
          <p:cNvPr id="19" name="Oval 18">
            <a:extLst>
              <a:ext uri="{FF2B5EF4-FFF2-40B4-BE49-F238E27FC236}">
                <a16:creationId xmlns:a16="http://schemas.microsoft.com/office/drawing/2014/main" id="{9F662D4C-0966-43FA-85D8-A65AF69BDE17}"/>
              </a:ext>
            </a:extLst>
          </p:cNvPr>
          <p:cNvSpPr>
            <a:spLocks noGrp="1"/>
          </p:cNvSpPr>
          <p:nvPr/>
        </p:nvSpPr>
        <p:spPr>
          <a:xfrm>
            <a:off x="2004060" y="3057525"/>
            <a:ext cx="323850" cy="323850"/>
          </a:xfrm>
          <a:prstGeom prst="ellipse">
            <a:avLst/>
          </a:prstGeom>
          <a:solidFill>
            <a:srgbClr val="0964E8"/>
          </a:solidFill>
          <a:ln w="19050">
            <a:solidFill>
              <a:srgbClr val="FFFFFF"/>
            </a:solidFill>
            <a:prstDash val="solid"/>
          </a:ln>
        </p:spPr>
        <p:txBody>
          <a:bodyPr/>
          <a:lstStyle/>
          <a:p>
            <a:endParaRPr lang="en-US"/>
          </a:p>
        </p:txBody>
      </p:sp>
      <p:sp>
        <p:nvSpPr>
          <p:cNvPr id="20" name="Rectangle 19">
            <a:extLst>
              <a:ext uri="{FF2B5EF4-FFF2-40B4-BE49-F238E27FC236}">
                <a16:creationId xmlns:a16="http://schemas.microsoft.com/office/drawing/2014/main" id="{3B8F699D-7E5C-4B92-88C6-99BF57ABEC0F}"/>
              </a:ext>
            </a:extLst>
          </p:cNvPr>
          <p:cNvSpPr>
            <a:spLocks noGrp="1"/>
          </p:cNvSpPr>
          <p:nvPr/>
        </p:nvSpPr>
        <p:spPr>
          <a:xfrm>
            <a:off x="200406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3</a:t>
            </a:r>
          </a:p>
        </p:txBody>
      </p:sp>
      <p:sp>
        <p:nvSpPr>
          <p:cNvPr id="21" name="Oval 20">
            <a:extLst>
              <a:ext uri="{FF2B5EF4-FFF2-40B4-BE49-F238E27FC236}">
                <a16:creationId xmlns:a16="http://schemas.microsoft.com/office/drawing/2014/main" id="{BE7FC8CF-B664-4A95-B935-5722F23C9B8C}"/>
              </a:ext>
            </a:extLst>
          </p:cNvPr>
          <p:cNvSpPr>
            <a:spLocks noGrp="1"/>
          </p:cNvSpPr>
          <p:nvPr/>
        </p:nvSpPr>
        <p:spPr>
          <a:xfrm>
            <a:off x="252984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22" name="Rectangle 21">
            <a:extLst>
              <a:ext uri="{FF2B5EF4-FFF2-40B4-BE49-F238E27FC236}">
                <a16:creationId xmlns:a16="http://schemas.microsoft.com/office/drawing/2014/main" id="{AF15D613-29FF-4184-9257-60F81FAD0853}"/>
              </a:ext>
            </a:extLst>
          </p:cNvPr>
          <p:cNvSpPr>
            <a:spLocks noGrp="1"/>
          </p:cNvSpPr>
          <p:nvPr/>
        </p:nvSpPr>
        <p:spPr>
          <a:xfrm>
            <a:off x="252984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4</a:t>
            </a:r>
          </a:p>
        </p:txBody>
      </p:sp>
      <p:sp>
        <p:nvSpPr>
          <p:cNvPr id="23" name="Oval 22">
            <a:extLst>
              <a:ext uri="{FF2B5EF4-FFF2-40B4-BE49-F238E27FC236}">
                <a16:creationId xmlns:a16="http://schemas.microsoft.com/office/drawing/2014/main" id="{DE101EC2-B85E-4B4A-A8DC-0C555056E4D6}"/>
              </a:ext>
            </a:extLst>
          </p:cNvPr>
          <p:cNvSpPr>
            <a:spLocks noGrp="1"/>
          </p:cNvSpPr>
          <p:nvPr/>
        </p:nvSpPr>
        <p:spPr>
          <a:xfrm>
            <a:off x="305562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24" name="Rectangle 23">
            <a:extLst>
              <a:ext uri="{FF2B5EF4-FFF2-40B4-BE49-F238E27FC236}">
                <a16:creationId xmlns:a16="http://schemas.microsoft.com/office/drawing/2014/main" id="{9E67AA57-4D57-45C0-9214-B425EA562539}"/>
              </a:ext>
            </a:extLst>
          </p:cNvPr>
          <p:cNvSpPr>
            <a:spLocks noGrp="1"/>
          </p:cNvSpPr>
          <p:nvPr/>
        </p:nvSpPr>
        <p:spPr>
          <a:xfrm>
            <a:off x="305562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5</a:t>
            </a:r>
          </a:p>
        </p:txBody>
      </p:sp>
      <p:sp>
        <p:nvSpPr>
          <p:cNvPr id="25" name="Oval 24">
            <a:extLst>
              <a:ext uri="{FF2B5EF4-FFF2-40B4-BE49-F238E27FC236}">
                <a16:creationId xmlns:a16="http://schemas.microsoft.com/office/drawing/2014/main" id="{C7185479-905A-4AC6-B072-99C8A9677E02}"/>
              </a:ext>
            </a:extLst>
          </p:cNvPr>
          <p:cNvSpPr>
            <a:spLocks noGrp="1"/>
          </p:cNvSpPr>
          <p:nvPr/>
        </p:nvSpPr>
        <p:spPr>
          <a:xfrm>
            <a:off x="358140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26" name="Rectangle 25">
            <a:extLst>
              <a:ext uri="{FF2B5EF4-FFF2-40B4-BE49-F238E27FC236}">
                <a16:creationId xmlns:a16="http://schemas.microsoft.com/office/drawing/2014/main" id="{E906F26D-9698-4FCD-9CA4-46E8ED6CA668}"/>
              </a:ext>
            </a:extLst>
          </p:cNvPr>
          <p:cNvSpPr>
            <a:spLocks noGrp="1"/>
          </p:cNvSpPr>
          <p:nvPr/>
        </p:nvSpPr>
        <p:spPr>
          <a:xfrm>
            <a:off x="358140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6</a:t>
            </a:r>
          </a:p>
        </p:txBody>
      </p:sp>
      <p:sp>
        <p:nvSpPr>
          <p:cNvPr id="27" name="Oval 26">
            <a:extLst>
              <a:ext uri="{FF2B5EF4-FFF2-40B4-BE49-F238E27FC236}">
                <a16:creationId xmlns:a16="http://schemas.microsoft.com/office/drawing/2014/main" id="{5B1D3693-DD0E-4E99-94C3-13BF2A9F3B95}"/>
              </a:ext>
            </a:extLst>
          </p:cNvPr>
          <p:cNvSpPr>
            <a:spLocks noGrp="1"/>
          </p:cNvSpPr>
          <p:nvPr/>
        </p:nvSpPr>
        <p:spPr>
          <a:xfrm>
            <a:off x="410718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28" name="Rectangle 27">
            <a:extLst>
              <a:ext uri="{FF2B5EF4-FFF2-40B4-BE49-F238E27FC236}">
                <a16:creationId xmlns:a16="http://schemas.microsoft.com/office/drawing/2014/main" id="{CA7D2648-78C0-49E0-AC9C-218ACB62466C}"/>
              </a:ext>
            </a:extLst>
          </p:cNvPr>
          <p:cNvSpPr>
            <a:spLocks noGrp="1"/>
          </p:cNvSpPr>
          <p:nvPr/>
        </p:nvSpPr>
        <p:spPr>
          <a:xfrm>
            <a:off x="410718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7</a:t>
            </a:r>
          </a:p>
        </p:txBody>
      </p:sp>
      <p:sp>
        <p:nvSpPr>
          <p:cNvPr id="29" name="Oval 28">
            <a:extLst>
              <a:ext uri="{FF2B5EF4-FFF2-40B4-BE49-F238E27FC236}">
                <a16:creationId xmlns:a16="http://schemas.microsoft.com/office/drawing/2014/main" id="{D6903802-B5A7-4EA9-AB5D-1EFC97846B35}"/>
              </a:ext>
            </a:extLst>
          </p:cNvPr>
          <p:cNvSpPr>
            <a:spLocks noGrp="1"/>
          </p:cNvSpPr>
          <p:nvPr/>
        </p:nvSpPr>
        <p:spPr>
          <a:xfrm>
            <a:off x="463296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30" name="Rectangle 29">
            <a:extLst>
              <a:ext uri="{FF2B5EF4-FFF2-40B4-BE49-F238E27FC236}">
                <a16:creationId xmlns:a16="http://schemas.microsoft.com/office/drawing/2014/main" id="{6D0244EA-9A3E-4A6C-9DD3-CAE81723970D}"/>
              </a:ext>
            </a:extLst>
          </p:cNvPr>
          <p:cNvSpPr>
            <a:spLocks noGrp="1"/>
          </p:cNvSpPr>
          <p:nvPr/>
        </p:nvSpPr>
        <p:spPr>
          <a:xfrm>
            <a:off x="463296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8</a:t>
            </a:r>
          </a:p>
        </p:txBody>
      </p:sp>
      <p:sp>
        <p:nvSpPr>
          <p:cNvPr id="31" name="Oval 30">
            <a:extLst>
              <a:ext uri="{FF2B5EF4-FFF2-40B4-BE49-F238E27FC236}">
                <a16:creationId xmlns:a16="http://schemas.microsoft.com/office/drawing/2014/main" id="{095D2664-2289-4624-A3DC-D1B177429D5E}"/>
              </a:ext>
            </a:extLst>
          </p:cNvPr>
          <p:cNvSpPr>
            <a:spLocks noGrp="1"/>
          </p:cNvSpPr>
          <p:nvPr/>
        </p:nvSpPr>
        <p:spPr>
          <a:xfrm>
            <a:off x="515874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32" name="Rectangle 31">
            <a:extLst>
              <a:ext uri="{FF2B5EF4-FFF2-40B4-BE49-F238E27FC236}">
                <a16:creationId xmlns:a16="http://schemas.microsoft.com/office/drawing/2014/main" id="{B0001D57-9F48-414D-BED7-3B0FB4D0E13D}"/>
              </a:ext>
            </a:extLst>
          </p:cNvPr>
          <p:cNvSpPr>
            <a:spLocks noGrp="1"/>
          </p:cNvSpPr>
          <p:nvPr/>
        </p:nvSpPr>
        <p:spPr>
          <a:xfrm>
            <a:off x="515874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9</a:t>
            </a:r>
          </a:p>
        </p:txBody>
      </p:sp>
      <p:sp>
        <p:nvSpPr>
          <p:cNvPr id="33" name="Oval 32">
            <a:extLst>
              <a:ext uri="{FF2B5EF4-FFF2-40B4-BE49-F238E27FC236}">
                <a16:creationId xmlns:a16="http://schemas.microsoft.com/office/drawing/2014/main" id="{021C6D73-619D-4C05-A020-BD913FF46A07}"/>
              </a:ext>
            </a:extLst>
          </p:cNvPr>
          <p:cNvSpPr>
            <a:spLocks noGrp="1"/>
          </p:cNvSpPr>
          <p:nvPr/>
        </p:nvSpPr>
        <p:spPr>
          <a:xfrm>
            <a:off x="568452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34" name="Rectangle 33">
            <a:extLst>
              <a:ext uri="{FF2B5EF4-FFF2-40B4-BE49-F238E27FC236}">
                <a16:creationId xmlns:a16="http://schemas.microsoft.com/office/drawing/2014/main" id="{F077E326-0AFF-4A05-9E59-FA9DE3E75EF4}"/>
              </a:ext>
            </a:extLst>
          </p:cNvPr>
          <p:cNvSpPr>
            <a:spLocks noGrp="1"/>
          </p:cNvSpPr>
          <p:nvPr/>
        </p:nvSpPr>
        <p:spPr>
          <a:xfrm>
            <a:off x="568452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10</a:t>
            </a:r>
          </a:p>
        </p:txBody>
      </p:sp>
      <p:sp>
        <p:nvSpPr>
          <p:cNvPr id="35" name="Oval 34">
            <a:extLst>
              <a:ext uri="{FF2B5EF4-FFF2-40B4-BE49-F238E27FC236}">
                <a16:creationId xmlns:a16="http://schemas.microsoft.com/office/drawing/2014/main" id="{47960266-22F5-4FC1-815C-BF3CDA89ED8A}"/>
              </a:ext>
            </a:extLst>
          </p:cNvPr>
          <p:cNvSpPr>
            <a:spLocks noGrp="1"/>
          </p:cNvSpPr>
          <p:nvPr/>
        </p:nvSpPr>
        <p:spPr>
          <a:xfrm>
            <a:off x="621030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36" name="Rectangle 35">
            <a:extLst>
              <a:ext uri="{FF2B5EF4-FFF2-40B4-BE49-F238E27FC236}">
                <a16:creationId xmlns:a16="http://schemas.microsoft.com/office/drawing/2014/main" id="{33587A34-B707-4BA6-8AD7-37FB963FC55C}"/>
              </a:ext>
            </a:extLst>
          </p:cNvPr>
          <p:cNvSpPr>
            <a:spLocks noGrp="1"/>
          </p:cNvSpPr>
          <p:nvPr/>
        </p:nvSpPr>
        <p:spPr>
          <a:xfrm>
            <a:off x="621030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11</a:t>
            </a:r>
          </a:p>
        </p:txBody>
      </p:sp>
      <p:sp>
        <p:nvSpPr>
          <p:cNvPr id="37" name="Oval 36">
            <a:extLst>
              <a:ext uri="{FF2B5EF4-FFF2-40B4-BE49-F238E27FC236}">
                <a16:creationId xmlns:a16="http://schemas.microsoft.com/office/drawing/2014/main" id="{AE3F13FA-4B01-4A68-8732-2D4AF12B52FE}"/>
              </a:ext>
            </a:extLst>
          </p:cNvPr>
          <p:cNvSpPr>
            <a:spLocks noGrp="1"/>
          </p:cNvSpPr>
          <p:nvPr/>
        </p:nvSpPr>
        <p:spPr>
          <a:xfrm>
            <a:off x="673608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38" name="Rectangle 37">
            <a:extLst>
              <a:ext uri="{FF2B5EF4-FFF2-40B4-BE49-F238E27FC236}">
                <a16:creationId xmlns:a16="http://schemas.microsoft.com/office/drawing/2014/main" id="{7EDE5097-569C-4FE2-9E3B-C833CCB2FAF0}"/>
              </a:ext>
            </a:extLst>
          </p:cNvPr>
          <p:cNvSpPr>
            <a:spLocks noGrp="1"/>
          </p:cNvSpPr>
          <p:nvPr/>
        </p:nvSpPr>
        <p:spPr>
          <a:xfrm>
            <a:off x="673608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12</a:t>
            </a:r>
          </a:p>
        </p:txBody>
      </p:sp>
      <p:sp>
        <p:nvSpPr>
          <p:cNvPr id="39" name="Oval 38">
            <a:extLst>
              <a:ext uri="{FF2B5EF4-FFF2-40B4-BE49-F238E27FC236}">
                <a16:creationId xmlns:a16="http://schemas.microsoft.com/office/drawing/2014/main" id="{873B340C-600B-4EEC-BE22-19D129DCF23A}"/>
              </a:ext>
            </a:extLst>
          </p:cNvPr>
          <p:cNvSpPr>
            <a:spLocks noGrp="1"/>
          </p:cNvSpPr>
          <p:nvPr/>
        </p:nvSpPr>
        <p:spPr>
          <a:xfrm>
            <a:off x="726186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40" name="Rectangle 39">
            <a:extLst>
              <a:ext uri="{FF2B5EF4-FFF2-40B4-BE49-F238E27FC236}">
                <a16:creationId xmlns:a16="http://schemas.microsoft.com/office/drawing/2014/main" id="{80EF36CA-BAC2-4845-A7E0-9826AF00CCDA}"/>
              </a:ext>
            </a:extLst>
          </p:cNvPr>
          <p:cNvSpPr>
            <a:spLocks noGrp="1"/>
          </p:cNvSpPr>
          <p:nvPr/>
        </p:nvSpPr>
        <p:spPr>
          <a:xfrm>
            <a:off x="726186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13</a:t>
            </a:r>
          </a:p>
        </p:txBody>
      </p:sp>
      <p:sp>
        <p:nvSpPr>
          <p:cNvPr id="41" name="Oval 40">
            <a:extLst>
              <a:ext uri="{FF2B5EF4-FFF2-40B4-BE49-F238E27FC236}">
                <a16:creationId xmlns:a16="http://schemas.microsoft.com/office/drawing/2014/main" id="{3D2ED7FF-0FFE-4A74-B697-DEF04EE4685D}"/>
              </a:ext>
            </a:extLst>
          </p:cNvPr>
          <p:cNvSpPr>
            <a:spLocks noGrp="1"/>
          </p:cNvSpPr>
          <p:nvPr/>
        </p:nvSpPr>
        <p:spPr>
          <a:xfrm>
            <a:off x="778764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42" name="Rectangle 41">
            <a:extLst>
              <a:ext uri="{FF2B5EF4-FFF2-40B4-BE49-F238E27FC236}">
                <a16:creationId xmlns:a16="http://schemas.microsoft.com/office/drawing/2014/main" id="{1E0287DE-4584-4864-BE77-BEE8954CBECE}"/>
              </a:ext>
            </a:extLst>
          </p:cNvPr>
          <p:cNvSpPr>
            <a:spLocks noGrp="1"/>
          </p:cNvSpPr>
          <p:nvPr/>
        </p:nvSpPr>
        <p:spPr>
          <a:xfrm>
            <a:off x="778764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14</a:t>
            </a:r>
          </a:p>
        </p:txBody>
      </p:sp>
      <p:sp>
        <p:nvSpPr>
          <p:cNvPr id="43" name="Oval 42">
            <a:extLst>
              <a:ext uri="{FF2B5EF4-FFF2-40B4-BE49-F238E27FC236}">
                <a16:creationId xmlns:a16="http://schemas.microsoft.com/office/drawing/2014/main" id="{07D4B576-3E5A-4E76-8A9B-5117970BDB2B}"/>
              </a:ext>
            </a:extLst>
          </p:cNvPr>
          <p:cNvSpPr>
            <a:spLocks noGrp="1"/>
          </p:cNvSpPr>
          <p:nvPr/>
        </p:nvSpPr>
        <p:spPr>
          <a:xfrm>
            <a:off x="831342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44" name="Rectangle 43">
            <a:extLst>
              <a:ext uri="{FF2B5EF4-FFF2-40B4-BE49-F238E27FC236}">
                <a16:creationId xmlns:a16="http://schemas.microsoft.com/office/drawing/2014/main" id="{3CBE9693-84E4-4B3F-B0B8-74E7C8F2ED8D}"/>
              </a:ext>
            </a:extLst>
          </p:cNvPr>
          <p:cNvSpPr>
            <a:spLocks noGrp="1"/>
          </p:cNvSpPr>
          <p:nvPr/>
        </p:nvSpPr>
        <p:spPr>
          <a:xfrm>
            <a:off x="831342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15</a:t>
            </a:r>
          </a:p>
        </p:txBody>
      </p:sp>
      <p:sp>
        <p:nvSpPr>
          <p:cNvPr id="45" name="Oval 44">
            <a:extLst>
              <a:ext uri="{FF2B5EF4-FFF2-40B4-BE49-F238E27FC236}">
                <a16:creationId xmlns:a16="http://schemas.microsoft.com/office/drawing/2014/main" id="{0CA7B1F6-6A40-48E0-8ED7-3AB11F3C6540}"/>
              </a:ext>
            </a:extLst>
          </p:cNvPr>
          <p:cNvSpPr>
            <a:spLocks noGrp="1"/>
          </p:cNvSpPr>
          <p:nvPr/>
        </p:nvSpPr>
        <p:spPr>
          <a:xfrm>
            <a:off x="883920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46" name="Rectangle 45">
            <a:extLst>
              <a:ext uri="{FF2B5EF4-FFF2-40B4-BE49-F238E27FC236}">
                <a16:creationId xmlns:a16="http://schemas.microsoft.com/office/drawing/2014/main" id="{71086682-355C-4D93-9E21-A7DB6D2EACD9}"/>
              </a:ext>
            </a:extLst>
          </p:cNvPr>
          <p:cNvSpPr>
            <a:spLocks noGrp="1"/>
          </p:cNvSpPr>
          <p:nvPr/>
        </p:nvSpPr>
        <p:spPr>
          <a:xfrm>
            <a:off x="883920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16</a:t>
            </a:r>
          </a:p>
        </p:txBody>
      </p:sp>
      <p:sp>
        <p:nvSpPr>
          <p:cNvPr id="47" name="Oval 46">
            <a:extLst>
              <a:ext uri="{FF2B5EF4-FFF2-40B4-BE49-F238E27FC236}">
                <a16:creationId xmlns:a16="http://schemas.microsoft.com/office/drawing/2014/main" id="{EE8C83AB-D36F-41CB-88E5-B3EA82262DA1}"/>
              </a:ext>
            </a:extLst>
          </p:cNvPr>
          <p:cNvSpPr>
            <a:spLocks noGrp="1"/>
          </p:cNvSpPr>
          <p:nvPr/>
        </p:nvSpPr>
        <p:spPr>
          <a:xfrm>
            <a:off x="936498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48" name="Rectangle 47">
            <a:extLst>
              <a:ext uri="{FF2B5EF4-FFF2-40B4-BE49-F238E27FC236}">
                <a16:creationId xmlns:a16="http://schemas.microsoft.com/office/drawing/2014/main" id="{432553CB-DCE8-41F9-AED7-0E2D54980B33}"/>
              </a:ext>
            </a:extLst>
          </p:cNvPr>
          <p:cNvSpPr>
            <a:spLocks noGrp="1"/>
          </p:cNvSpPr>
          <p:nvPr/>
        </p:nvSpPr>
        <p:spPr>
          <a:xfrm>
            <a:off x="936498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17</a:t>
            </a:r>
          </a:p>
        </p:txBody>
      </p:sp>
      <p:sp>
        <p:nvSpPr>
          <p:cNvPr id="49" name="Oval 48">
            <a:extLst>
              <a:ext uri="{FF2B5EF4-FFF2-40B4-BE49-F238E27FC236}">
                <a16:creationId xmlns:a16="http://schemas.microsoft.com/office/drawing/2014/main" id="{E92093C1-CA3D-493A-AD54-FA7DD7847CC0}"/>
              </a:ext>
            </a:extLst>
          </p:cNvPr>
          <p:cNvSpPr>
            <a:spLocks noGrp="1"/>
          </p:cNvSpPr>
          <p:nvPr/>
        </p:nvSpPr>
        <p:spPr>
          <a:xfrm>
            <a:off x="989076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50" name="Rectangle 49">
            <a:extLst>
              <a:ext uri="{FF2B5EF4-FFF2-40B4-BE49-F238E27FC236}">
                <a16:creationId xmlns:a16="http://schemas.microsoft.com/office/drawing/2014/main" id="{EDD083D6-0582-4334-AEA0-A9D86258970D}"/>
              </a:ext>
            </a:extLst>
          </p:cNvPr>
          <p:cNvSpPr>
            <a:spLocks noGrp="1"/>
          </p:cNvSpPr>
          <p:nvPr/>
        </p:nvSpPr>
        <p:spPr>
          <a:xfrm>
            <a:off x="989076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18</a:t>
            </a:r>
          </a:p>
        </p:txBody>
      </p:sp>
      <p:sp>
        <p:nvSpPr>
          <p:cNvPr id="51" name="Oval 50">
            <a:extLst>
              <a:ext uri="{FF2B5EF4-FFF2-40B4-BE49-F238E27FC236}">
                <a16:creationId xmlns:a16="http://schemas.microsoft.com/office/drawing/2014/main" id="{74A60DD8-08AA-4E63-B1A5-7924D8BC334B}"/>
              </a:ext>
            </a:extLst>
          </p:cNvPr>
          <p:cNvSpPr>
            <a:spLocks noGrp="1"/>
          </p:cNvSpPr>
          <p:nvPr/>
        </p:nvSpPr>
        <p:spPr>
          <a:xfrm>
            <a:off x="1041654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52" name="Rectangle 51">
            <a:extLst>
              <a:ext uri="{FF2B5EF4-FFF2-40B4-BE49-F238E27FC236}">
                <a16:creationId xmlns:a16="http://schemas.microsoft.com/office/drawing/2014/main" id="{2CBA0270-BB22-4ACD-AD6F-8FFABFD695C2}"/>
              </a:ext>
            </a:extLst>
          </p:cNvPr>
          <p:cNvSpPr>
            <a:spLocks noGrp="1"/>
          </p:cNvSpPr>
          <p:nvPr/>
        </p:nvSpPr>
        <p:spPr>
          <a:xfrm>
            <a:off x="1041654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19</a:t>
            </a:r>
          </a:p>
        </p:txBody>
      </p:sp>
      <p:sp>
        <p:nvSpPr>
          <p:cNvPr id="53" name="Oval 52">
            <a:extLst>
              <a:ext uri="{FF2B5EF4-FFF2-40B4-BE49-F238E27FC236}">
                <a16:creationId xmlns:a16="http://schemas.microsoft.com/office/drawing/2014/main" id="{F641649F-E12A-46B3-8EC7-2EDF82678DF7}"/>
              </a:ext>
            </a:extLst>
          </p:cNvPr>
          <p:cNvSpPr>
            <a:spLocks noGrp="1"/>
          </p:cNvSpPr>
          <p:nvPr/>
        </p:nvSpPr>
        <p:spPr>
          <a:xfrm>
            <a:off x="10942320" y="3057525"/>
            <a:ext cx="323850" cy="323850"/>
          </a:xfrm>
          <a:prstGeom prst="ellipse">
            <a:avLst/>
          </a:prstGeom>
          <a:solidFill>
            <a:srgbClr val="E5252A"/>
          </a:solidFill>
          <a:ln w="19050">
            <a:solidFill>
              <a:srgbClr val="FFFFFF"/>
            </a:solidFill>
            <a:prstDash val="solid"/>
          </a:ln>
        </p:spPr>
        <p:txBody>
          <a:bodyPr/>
          <a:lstStyle/>
          <a:p>
            <a:endParaRPr lang="en-US"/>
          </a:p>
        </p:txBody>
      </p:sp>
      <p:sp>
        <p:nvSpPr>
          <p:cNvPr id="54" name="Rectangle 53">
            <a:extLst>
              <a:ext uri="{FF2B5EF4-FFF2-40B4-BE49-F238E27FC236}">
                <a16:creationId xmlns:a16="http://schemas.microsoft.com/office/drawing/2014/main" id="{529DC44F-24CD-4903-AA42-10F389D4E090}"/>
              </a:ext>
            </a:extLst>
          </p:cNvPr>
          <p:cNvSpPr>
            <a:spLocks noGrp="1"/>
          </p:cNvSpPr>
          <p:nvPr/>
        </p:nvSpPr>
        <p:spPr>
          <a:xfrm>
            <a:off x="10942320" y="3057525"/>
            <a:ext cx="32385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825" b="1">
                <a:solidFill>
                  <a:srgbClr val="FFFFFF"/>
                </a:solidFill>
                <a:latin typeface="Arial"/>
                <a:ea typeface="Arial"/>
                <a:cs typeface="Arial"/>
              </a:defRPr>
            </a:pPr>
            <a:r>
              <a:rPr sz="825" b="1">
                <a:solidFill>
                  <a:srgbClr val="FFFFFF"/>
                </a:solidFill>
                <a:latin typeface="Arial"/>
                <a:ea typeface="Arial"/>
                <a:cs typeface="Arial"/>
              </a:rPr>
              <a:t>20</a:t>
            </a:r>
          </a:p>
        </p:txBody>
      </p:sp>
      <p:sp>
        <p:nvSpPr>
          <p:cNvPr id="55" name="Rectangle 54">
            <a:extLst>
              <a:ext uri="{FF2B5EF4-FFF2-40B4-BE49-F238E27FC236}">
                <a16:creationId xmlns:a16="http://schemas.microsoft.com/office/drawing/2014/main" id="{2AAC8B52-9046-499D-8340-7324B1FB99D8}"/>
              </a:ext>
            </a:extLst>
          </p:cNvPr>
          <p:cNvSpPr>
            <a:spLocks noGrp="1"/>
          </p:cNvSpPr>
          <p:nvPr/>
        </p:nvSpPr>
        <p:spPr>
          <a:xfrm>
            <a:off x="762000" y="2571750"/>
            <a:ext cx="1809750" cy="342900"/>
          </a:xfrm>
          <a:prstGeom prst="rect">
            <a:avLst/>
          </a:prstGeom>
          <a:solidFill>
            <a:srgbClr val="EAF2FF"/>
          </a:solidFill>
          <a:ln w="0">
            <a:solidFill>
              <a:srgbClr val="000000">
                <a:alpha val="0"/>
              </a:srgbClr>
            </a:solidFill>
            <a:prstDash val="solid"/>
          </a:ln>
        </p:spPr>
        <p:txBody>
          <a:bodyPr lIns="95250" tIns="76200" rIns="95250" bIns="76200" anchor="ctr"/>
          <a:lstStyle/>
          <a:p>
            <a:pPr algn="ctr">
              <a:defRPr sz="1500" b="1">
                <a:solidFill>
                  <a:srgbClr val="0964E8"/>
                </a:solidFill>
                <a:latin typeface="Arial"/>
                <a:ea typeface="Arial"/>
                <a:cs typeface="Arial"/>
              </a:defRPr>
            </a:pPr>
            <a:r>
              <a:rPr sz="1500" b="1">
                <a:solidFill>
                  <a:srgbClr val="0964E8"/>
                </a:solidFill>
                <a:latin typeface="Arial"/>
                <a:ea typeface="Arial"/>
                <a:cs typeface="Arial"/>
              </a:rPr>
              <a:t>KHU V · 3 CHẶNG</a:t>
            </a:r>
          </a:p>
        </p:txBody>
      </p:sp>
      <p:sp>
        <p:nvSpPr>
          <p:cNvPr id="56" name="Rectangle 55">
            <a:extLst>
              <a:ext uri="{FF2B5EF4-FFF2-40B4-BE49-F238E27FC236}">
                <a16:creationId xmlns:a16="http://schemas.microsoft.com/office/drawing/2014/main" id="{46A82C3B-D9AB-4B1C-90ED-563D2BB18800}"/>
              </a:ext>
            </a:extLst>
          </p:cNvPr>
          <p:cNvSpPr>
            <a:spLocks noGrp="1"/>
          </p:cNvSpPr>
          <p:nvPr/>
        </p:nvSpPr>
        <p:spPr>
          <a:xfrm>
            <a:off x="3333750" y="2571750"/>
            <a:ext cx="7953375" cy="342900"/>
          </a:xfrm>
          <a:prstGeom prst="rect">
            <a:avLst/>
          </a:prstGeom>
          <a:solidFill>
            <a:srgbClr val="FDEBEC"/>
          </a:solidFill>
          <a:ln w="0">
            <a:solidFill>
              <a:srgbClr val="000000">
                <a:alpha val="0"/>
              </a:srgbClr>
            </a:solidFill>
            <a:prstDash val="solid"/>
          </a:ln>
        </p:spPr>
        <p:txBody>
          <a:bodyPr lIns="95250" tIns="76200" rIns="95250" bIns="76200" anchor="ctr"/>
          <a:lstStyle/>
          <a:p>
            <a:pPr algn="ctr">
              <a:defRPr sz="1500" b="1">
                <a:solidFill>
                  <a:srgbClr val="E5252A"/>
                </a:solidFill>
                <a:latin typeface="Arial"/>
                <a:ea typeface="Arial"/>
                <a:cs typeface="Arial"/>
              </a:defRPr>
            </a:pPr>
            <a:r>
              <a:rPr sz="1500" b="1">
                <a:solidFill>
                  <a:srgbClr val="E5252A"/>
                </a:solidFill>
                <a:latin typeface="Arial"/>
                <a:ea typeface="Arial"/>
                <a:cs typeface="Arial"/>
              </a:rPr>
              <a:t>KHU K · 17 CHẶNG</a:t>
            </a:r>
          </a:p>
        </p:txBody>
      </p:sp>
      <p:sp>
        <p:nvSpPr>
          <p:cNvPr id="57" name="Rectangle 56">
            <a:extLst>
              <a:ext uri="{FF2B5EF4-FFF2-40B4-BE49-F238E27FC236}">
                <a16:creationId xmlns:a16="http://schemas.microsoft.com/office/drawing/2014/main" id="{EB771258-576D-490B-901F-16C052F82712}"/>
              </a:ext>
            </a:extLst>
          </p:cNvPr>
          <p:cNvSpPr>
            <a:spLocks noGrp="1"/>
          </p:cNvSpPr>
          <p:nvPr/>
        </p:nvSpPr>
        <p:spPr>
          <a:xfrm>
            <a:off x="523875" y="4048125"/>
            <a:ext cx="2571750" cy="1143000"/>
          </a:xfrm>
          <a:prstGeom prst="rect">
            <a:avLst/>
          </a:prstGeom>
          <a:solidFill>
            <a:srgbClr val="EAF2FF"/>
          </a:solidFill>
          <a:ln w="11430">
            <a:solidFill>
              <a:srgbClr val="D9E2F0"/>
            </a:solidFill>
            <a:prstDash val="solid"/>
          </a:ln>
        </p:spPr>
        <p:txBody>
          <a:bodyPr/>
          <a:lstStyle/>
          <a:p>
            <a:endParaRPr lang="en-US"/>
          </a:p>
        </p:txBody>
      </p:sp>
      <p:sp>
        <p:nvSpPr>
          <p:cNvPr id="58" name="Rectangle 57">
            <a:extLst>
              <a:ext uri="{FF2B5EF4-FFF2-40B4-BE49-F238E27FC236}">
                <a16:creationId xmlns:a16="http://schemas.microsoft.com/office/drawing/2014/main" id="{B6B6EC05-AD8D-46E4-B1A1-D8BF50509AC7}"/>
              </a:ext>
            </a:extLst>
          </p:cNvPr>
          <p:cNvSpPr>
            <a:spLocks noGrp="1"/>
          </p:cNvSpPr>
          <p:nvPr/>
        </p:nvSpPr>
        <p:spPr>
          <a:xfrm>
            <a:off x="523875" y="4048125"/>
            <a:ext cx="76200" cy="1143000"/>
          </a:xfrm>
          <a:prstGeom prst="rect">
            <a:avLst/>
          </a:prstGeom>
          <a:solidFill>
            <a:srgbClr val="0964E8"/>
          </a:solidFill>
          <a:ln w="0">
            <a:solidFill>
              <a:srgbClr val="0964E8"/>
            </a:solidFill>
            <a:prstDash val="solid"/>
          </a:ln>
        </p:spPr>
        <p:txBody>
          <a:bodyPr/>
          <a:lstStyle/>
          <a:p>
            <a:endParaRPr lang="en-US"/>
          </a:p>
        </p:txBody>
      </p:sp>
      <p:sp>
        <p:nvSpPr>
          <p:cNvPr id="59" name="Rectangle 58">
            <a:extLst>
              <a:ext uri="{FF2B5EF4-FFF2-40B4-BE49-F238E27FC236}">
                <a16:creationId xmlns:a16="http://schemas.microsoft.com/office/drawing/2014/main" id="{76BBB3D1-EFBD-4384-B95B-95FE335B6037}"/>
              </a:ext>
            </a:extLst>
          </p:cNvPr>
          <p:cNvSpPr>
            <a:spLocks noGrp="1"/>
          </p:cNvSpPr>
          <p:nvPr/>
        </p:nvSpPr>
        <p:spPr>
          <a:xfrm>
            <a:off x="752475" y="4162425"/>
            <a:ext cx="2228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01 · Bắt đầu</a:t>
            </a:r>
          </a:p>
        </p:txBody>
      </p:sp>
      <p:sp>
        <p:nvSpPr>
          <p:cNvPr id="60" name="Rectangle 59">
            <a:extLst>
              <a:ext uri="{FF2B5EF4-FFF2-40B4-BE49-F238E27FC236}">
                <a16:creationId xmlns:a16="http://schemas.microsoft.com/office/drawing/2014/main" id="{B76D1D38-4D78-4840-B43C-4A2BBA9830D7}"/>
              </a:ext>
            </a:extLst>
          </p:cNvPr>
          <p:cNvSpPr>
            <a:spLocks noGrp="1"/>
          </p:cNvSpPr>
          <p:nvPr/>
        </p:nvSpPr>
        <p:spPr>
          <a:xfrm>
            <a:off x="752475" y="4505325"/>
            <a:ext cx="2209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Cổng chính khu V</a:t>
            </a:r>
          </a:p>
        </p:txBody>
      </p:sp>
      <p:sp>
        <p:nvSpPr>
          <p:cNvPr id="61" name="Rectangle 60">
            <a:extLst>
              <a:ext uri="{FF2B5EF4-FFF2-40B4-BE49-F238E27FC236}">
                <a16:creationId xmlns:a16="http://schemas.microsoft.com/office/drawing/2014/main" id="{ACBC1F18-1741-4E23-8C2E-CCC23B8FECCF}"/>
              </a:ext>
            </a:extLst>
          </p:cNvPr>
          <p:cNvSpPr>
            <a:spLocks noGrp="1"/>
          </p:cNvSpPr>
          <p:nvPr/>
        </p:nvSpPr>
        <p:spPr>
          <a:xfrm>
            <a:off x="3381375" y="4048125"/>
            <a:ext cx="2571750" cy="1143000"/>
          </a:xfrm>
          <a:prstGeom prst="rect">
            <a:avLst/>
          </a:prstGeom>
          <a:solidFill>
            <a:srgbClr val="EAF2FF"/>
          </a:solidFill>
          <a:ln w="11430">
            <a:solidFill>
              <a:srgbClr val="D9E2F0"/>
            </a:solidFill>
            <a:prstDash val="solid"/>
          </a:ln>
        </p:spPr>
        <p:txBody>
          <a:bodyPr/>
          <a:lstStyle/>
          <a:p>
            <a:endParaRPr lang="en-US"/>
          </a:p>
        </p:txBody>
      </p:sp>
      <p:sp>
        <p:nvSpPr>
          <p:cNvPr id="62" name="Rectangle 61">
            <a:extLst>
              <a:ext uri="{FF2B5EF4-FFF2-40B4-BE49-F238E27FC236}">
                <a16:creationId xmlns:a16="http://schemas.microsoft.com/office/drawing/2014/main" id="{48CF34F7-2E86-494F-9C45-388C3693DFD9}"/>
              </a:ext>
            </a:extLst>
          </p:cNvPr>
          <p:cNvSpPr>
            <a:spLocks noGrp="1"/>
          </p:cNvSpPr>
          <p:nvPr/>
        </p:nvSpPr>
        <p:spPr>
          <a:xfrm>
            <a:off x="3381375" y="4048125"/>
            <a:ext cx="76200" cy="1143000"/>
          </a:xfrm>
          <a:prstGeom prst="rect">
            <a:avLst/>
          </a:prstGeom>
          <a:solidFill>
            <a:srgbClr val="0964E8"/>
          </a:solidFill>
          <a:ln w="0">
            <a:solidFill>
              <a:srgbClr val="0964E8"/>
            </a:solidFill>
            <a:prstDash val="solid"/>
          </a:ln>
        </p:spPr>
        <p:txBody>
          <a:bodyPr/>
          <a:lstStyle/>
          <a:p>
            <a:endParaRPr lang="en-US"/>
          </a:p>
        </p:txBody>
      </p:sp>
      <p:sp>
        <p:nvSpPr>
          <p:cNvPr id="63" name="Rectangle 62">
            <a:extLst>
              <a:ext uri="{FF2B5EF4-FFF2-40B4-BE49-F238E27FC236}">
                <a16:creationId xmlns:a16="http://schemas.microsoft.com/office/drawing/2014/main" id="{93BCD3AB-4A23-4198-9D00-19345EC01469}"/>
              </a:ext>
            </a:extLst>
          </p:cNvPr>
          <p:cNvSpPr>
            <a:spLocks noGrp="1"/>
          </p:cNvSpPr>
          <p:nvPr/>
        </p:nvSpPr>
        <p:spPr>
          <a:xfrm>
            <a:off x="3609975" y="4162425"/>
            <a:ext cx="2228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03 · Hoàn tất khu V</a:t>
            </a:r>
          </a:p>
        </p:txBody>
      </p:sp>
      <p:sp>
        <p:nvSpPr>
          <p:cNvPr id="64" name="Rectangle 63">
            <a:extLst>
              <a:ext uri="{FF2B5EF4-FFF2-40B4-BE49-F238E27FC236}">
                <a16:creationId xmlns:a16="http://schemas.microsoft.com/office/drawing/2014/main" id="{2637FE1B-853B-45BE-9D1E-C2C9C1A8FDA0}"/>
              </a:ext>
            </a:extLst>
          </p:cNvPr>
          <p:cNvSpPr>
            <a:spLocks noGrp="1"/>
          </p:cNvSpPr>
          <p:nvPr/>
        </p:nvSpPr>
        <p:spPr>
          <a:xfrm>
            <a:off x="3609975" y="4505325"/>
            <a:ext cx="2209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Nhận diện VA và VB</a:t>
            </a:r>
          </a:p>
        </p:txBody>
      </p:sp>
      <p:sp>
        <p:nvSpPr>
          <p:cNvPr id="65" name="Rectangle 64">
            <a:extLst>
              <a:ext uri="{FF2B5EF4-FFF2-40B4-BE49-F238E27FC236}">
                <a16:creationId xmlns:a16="http://schemas.microsoft.com/office/drawing/2014/main" id="{E7804D45-EB06-45BF-ACA8-500D71088EED}"/>
              </a:ext>
            </a:extLst>
          </p:cNvPr>
          <p:cNvSpPr>
            <a:spLocks noGrp="1"/>
          </p:cNvSpPr>
          <p:nvPr/>
        </p:nvSpPr>
        <p:spPr>
          <a:xfrm>
            <a:off x="6238875" y="4048125"/>
            <a:ext cx="2571750" cy="1143000"/>
          </a:xfrm>
          <a:prstGeom prst="rect">
            <a:avLst/>
          </a:prstGeom>
          <a:solidFill>
            <a:srgbClr val="FDEBEC"/>
          </a:solidFill>
          <a:ln w="11430">
            <a:solidFill>
              <a:srgbClr val="D9E2F0"/>
            </a:solidFill>
            <a:prstDash val="solid"/>
          </a:ln>
        </p:spPr>
        <p:txBody>
          <a:bodyPr/>
          <a:lstStyle/>
          <a:p>
            <a:endParaRPr lang="en-US"/>
          </a:p>
        </p:txBody>
      </p:sp>
      <p:sp>
        <p:nvSpPr>
          <p:cNvPr id="66" name="Rectangle 65">
            <a:extLst>
              <a:ext uri="{FF2B5EF4-FFF2-40B4-BE49-F238E27FC236}">
                <a16:creationId xmlns:a16="http://schemas.microsoft.com/office/drawing/2014/main" id="{8B7C1F71-E809-4B5C-BE90-662A4F1D64D2}"/>
              </a:ext>
            </a:extLst>
          </p:cNvPr>
          <p:cNvSpPr>
            <a:spLocks noGrp="1"/>
          </p:cNvSpPr>
          <p:nvPr/>
        </p:nvSpPr>
        <p:spPr>
          <a:xfrm>
            <a:off x="6238875" y="4048125"/>
            <a:ext cx="76200" cy="1143000"/>
          </a:xfrm>
          <a:prstGeom prst="rect">
            <a:avLst/>
          </a:prstGeom>
          <a:solidFill>
            <a:srgbClr val="E5252A"/>
          </a:solidFill>
          <a:ln w="0">
            <a:solidFill>
              <a:srgbClr val="E5252A"/>
            </a:solidFill>
            <a:prstDash val="solid"/>
          </a:ln>
        </p:spPr>
        <p:txBody>
          <a:bodyPr/>
          <a:lstStyle/>
          <a:p>
            <a:endParaRPr lang="en-US"/>
          </a:p>
        </p:txBody>
      </p:sp>
      <p:sp>
        <p:nvSpPr>
          <p:cNvPr id="67" name="Rectangle 66">
            <a:extLst>
              <a:ext uri="{FF2B5EF4-FFF2-40B4-BE49-F238E27FC236}">
                <a16:creationId xmlns:a16="http://schemas.microsoft.com/office/drawing/2014/main" id="{6B5387D0-F417-46A1-95D8-9C4AEA06D0D7}"/>
              </a:ext>
            </a:extLst>
          </p:cNvPr>
          <p:cNvSpPr>
            <a:spLocks noGrp="1"/>
          </p:cNvSpPr>
          <p:nvPr/>
        </p:nvSpPr>
        <p:spPr>
          <a:xfrm>
            <a:off x="6467475" y="4162425"/>
            <a:ext cx="2228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04 · Mở khu K</a:t>
            </a:r>
          </a:p>
        </p:txBody>
      </p:sp>
      <p:sp>
        <p:nvSpPr>
          <p:cNvPr id="68" name="Rectangle 67">
            <a:extLst>
              <a:ext uri="{FF2B5EF4-FFF2-40B4-BE49-F238E27FC236}">
                <a16:creationId xmlns:a16="http://schemas.microsoft.com/office/drawing/2014/main" id="{6B4A80A8-01A0-4C49-A467-A949C76389FE}"/>
              </a:ext>
            </a:extLst>
          </p:cNvPr>
          <p:cNvSpPr>
            <a:spLocks noGrp="1"/>
          </p:cNvSpPr>
          <p:nvPr/>
        </p:nvSpPr>
        <p:spPr>
          <a:xfrm>
            <a:off x="6467475" y="4505325"/>
            <a:ext cx="2209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Lấy cổng chính làm mốc</a:t>
            </a:r>
          </a:p>
        </p:txBody>
      </p:sp>
      <p:sp>
        <p:nvSpPr>
          <p:cNvPr id="69" name="Rectangle 68">
            <a:extLst>
              <a:ext uri="{FF2B5EF4-FFF2-40B4-BE49-F238E27FC236}">
                <a16:creationId xmlns:a16="http://schemas.microsoft.com/office/drawing/2014/main" id="{2E49C4A5-0668-47B0-99B7-D7E3E50A8DD8}"/>
              </a:ext>
            </a:extLst>
          </p:cNvPr>
          <p:cNvSpPr>
            <a:spLocks noGrp="1"/>
          </p:cNvSpPr>
          <p:nvPr/>
        </p:nvSpPr>
        <p:spPr>
          <a:xfrm>
            <a:off x="9096375" y="4048125"/>
            <a:ext cx="2571750" cy="1143000"/>
          </a:xfrm>
          <a:prstGeom prst="rect">
            <a:avLst/>
          </a:prstGeom>
          <a:solidFill>
            <a:srgbClr val="FDEBEC"/>
          </a:solidFill>
          <a:ln w="11430">
            <a:solidFill>
              <a:srgbClr val="D9E2F0"/>
            </a:solidFill>
            <a:prstDash val="solid"/>
          </a:ln>
        </p:spPr>
        <p:txBody>
          <a:bodyPr/>
          <a:lstStyle/>
          <a:p>
            <a:endParaRPr lang="en-US"/>
          </a:p>
        </p:txBody>
      </p:sp>
      <p:sp>
        <p:nvSpPr>
          <p:cNvPr id="70" name="Rectangle 69">
            <a:extLst>
              <a:ext uri="{FF2B5EF4-FFF2-40B4-BE49-F238E27FC236}">
                <a16:creationId xmlns:a16="http://schemas.microsoft.com/office/drawing/2014/main" id="{3336F2E3-1959-4896-90EA-38009106775C}"/>
              </a:ext>
            </a:extLst>
          </p:cNvPr>
          <p:cNvSpPr>
            <a:spLocks noGrp="1"/>
          </p:cNvSpPr>
          <p:nvPr/>
        </p:nvSpPr>
        <p:spPr>
          <a:xfrm>
            <a:off x="9096375" y="4048125"/>
            <a:ext cx="76200" cy="1143000"/>
          </a:xfrm>
          <a:prstGeom prst="rect">
            <a:avLst/>
          </a:prstGeom>
          <a:solidFill>
            <a:srgbClr val="E5252A"/>
          </a:solidFill>
          <a:ln w="0">
            <a:solidFill>
              <a:srgbClr val="E5252A"/>
            </a:solidFill>
            <a:prstDash val="solid"/>
          </a:ln>
        </p:spPr>
        <p:txBody>
          <a:bodyPr/>
          <a:lstStyle/>
          <a:p>
            <a:endParaRPr lang="en-US"/>
          </a:p>
        </p:txBody>
      </p:sp>
      <p:sp>
        <p:nvSpPr>
          <p:cNvPr id="71" name="Rectangle 70">
            <a:extLst>
              <a:ext uri="{FF2B5EF4-FFF2-40B4-BE49-F238E27FC236}">
                <a16:creationId xmlns:a16="http://schemas.microsoft.com/office/drawing/2014/main" id="{2A5F5171-BD81-430A-BF14-6C92F19CA00F}"/>
              </a:ext>
            </a:extLst>
          </p:cNvPr>
          <p:cNvSpPr>
            <a:spLocks noGrp="1"/>
          </p:cNvSpPr>
          <p:nvPr/>
        </p:nvSpPr>
        <p:spPr>
          <a:xfrm>
            <a:off x="9324975" y="4162425"/>
            <a:ext cx="2228850" cy="3048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20 · Hoàn thành</a:t>
            </a:r>
          </a:p>
        </p:txBody>
      </p:sp>
      <p:sp>
        <p:nvSpPr>
          <p:cNvPr id="72" name="Rectangle 71">
            <a:extLst>
              <a:ext uri="{FF2B5EF4-FFF2-40B4-BE49-F238E27FC236}">
                <a16:creationId xmlns:a16="http://schemas.microsoft.com/office/drawing/2014/main" id="{EB62EBFC-4331-4E86-9C66-900BEBD6CD9E}"/>
              </a:ext>
            </a:extLst>
          </p:cNvPr>
          <p:cNvSpPr>
            <a:spLocks noGrp="1"/>
          </p:cNvSpPr>
          <p:nvPr/>
        </p:nvSpPr>
        <p:spPr>
          <a:xfrm>
            <a:off x="9324975" y="4505325"/>
            <a:ext cx="2209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B7280"/>
                </a:solidFill>
                <a:latin typeface="Arial"/>
                <a:ea typeface="Arial"/>
                <a:cs typeface="Arial"/>
              </a:defRPr>
            </a:pPr>
            <a:r>
              <a:rPr sz="1125" b="0">
                <a:solidFill>
                  <a:srgbClr val="6B7280"/>
                </a:solidFill>
                <a:latin typeface="Arial"/>
                <a:ea typeface="Arial"/>
                <a:cs typeface="Arial"/>
              </a:rPr>
              <a:t>Khép lại hành trình campus</a:t>
            </a:r>
          </a:p>
        </p:txBody>
      </p:sp>
    </p:spTree>
    <p:extLst>
      <p:ext uri="{BB962C8B-B14F-4D97-AF65-F5344CB8AC3E}">
        <p14:creationId xmlns:p14="http://schemas.microsoft.com/office/powerpoint/2010/main" val="518707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13A05D-804E-04EC-8E22-2E7A3DE49E1C}"/>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9FD63E01-1723-9D83-84DF-ADF4E34677E9}"/>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8893E4A6-BC9C-7998-5A3D-57999E50C2DB}"/>
              </a:ext>
            </a:extLst>
          </p:cNvPr>
          <p:cNvSpPr>
            <a:spLocks noGrp="1"/>
          </p:cNvSpPr>
          <p:nvPr/>
        </p:nvSpPr>
        <p:spPr>
          <a:xfrm>
            <a:off x="381000" y="762000"/>
            <a:ext cx="2490105" cy="276999"/>
          </a:xfrm>
          <a:prstGeom prst="rect">
            <a:avLst/>
          </a:prstGeom>
          <a:noFill/>
        </p:spPr>
        <p:txBody>
          <a:bodyPr wrap="none" lIns="0" tIns="0" rIns="0" bIns="0">
            <a:spAutoFit/>
          </a:bodyPr>
          <a:lstStyle/>
          <a:p>
            <a:pPr algn="l">
              <a:buNone/>
            </a:pPr>
            <a:r>
              <a:rPr dirty="0">
                <a:solidFill>
                  <a:srgbClr val="DA2428"/>
                </a:solidFill>
                <a:latin typeface="Times New Roman" panose="02020603050405020304" pitchFamily="18" charset="0"/>
                <a:ea typeface="UTM Colossalis"/>
                <a:cs typeface="Times New Roman" panose="02020603050405020304" pitchFamily="18" charset="0"/>
              </a:rPr>
              <a:t>4. TÍNH NĂNG NỔI BẬT</a:t>
            </a:r>
          </a:p>
        </p:txBody>
      </p:sp>
      <p:sp>
        <p:nvSpPr>
          <p:cNvPr id="12" name="Rectangle 11">
            <a:extLst>
              <a:ext uri="{FF2B5EF4-FFF2-40B4-BE49-F238E27FC236}">
                <a16:creationId xmlns:a16="http://schemas.microsoft.com/office/drawing/2014/main" id="{97F28E02-3907-4218-99E8-6DD23F616FEA}"/>
              </a:ext>
            </a:extLst>
          </p:cNvPr>
          <p:cNvSpPr>
            <a:spLocks noGrp="1"/>
          </p:cNvSpPr>
          <p:nvPr/>
        </p:nvSpPr>
        <p:spPr>
          <a:xfrm>
            <a:off x="495300" y="1352550"/>
            <a:ext cx="6486525" cy="3771900"/>
          </a:xfrm>
          <a:prstGeom prst="rect">
            <a:avLst/>
          </a:prstGeom>
          <a:solidFill>
            <a:srgbClr val="000000">
              <a:alpha val="0"/>
            </a:srgbClr>
          </a:solidFill>
          <a:ln w="19050">
            <a:solidFill>
              <a:srgbClr val="0964E8"/>
            </a:solidFill>
            <a:prstDash val="solid"/>
          </a:ln>
        </p:spPr>
        <p:txBody>
          <a:bodyPr/>
          <a:lstStyle/>
          <a:p>
            <a:endParaRPr lang="en-US"/>
          </a:p>
        </p:txBody>
      </p:sp>
      <p:pic>
        <p:nvPicPr>
          <p:cNvPr id="13" name="Picture 12"/>
          <p:cNvPicPr>
            <a:picLocks noChangeAspect="1"/>
          </p:cNvPicPr>
          <p:nvPr/>
        </p:nvPicPr>
        <p:blipFill>
          <a:blip r:embed="rId4"/>
          <a:srcRect l="1322" r="1322"/>
          <a:stretch>
            <a:fillRect/>
          </a:stretch>
        </p:blipFill>
        <p:spPr>
          <a:xfrm>
            <a:off x="523875" y="1381125"/>
            <a:ext cx="6429375" cy="3714750"/>
          </a:xfrm>
          <a:prstGeom prst="rect">
            <a:avLst/>
          </a:prstGeom>
        </p:spPr>
      </p:pic>
      <p:sp>
        <p:nvSpPr>
          <p:cNvPr id="14" name="Rectangle 13">
            <a:extLst>
              <a:ext uri="{FF2B5EF4-FFF2-40B4-BE49-F238E27FC236}">
                <a16:creationId xmlns:a16="http://schemas.microsoft.com/office/drawing/2014/main" id="{33BADBEB-687F-462A-B7BF-050247A273FF}"/>
              </a:ext>
            </a:extLst>
          </p:cNvPr>
          <p:cNvSpPr>
            <a:spLocks noGrp="1"/>
          </p:cNvSpPr>
          <p:nvPr/>
        </p:nvSpPr>
        <p:spPr>
          <a:xfrm>
            <a:off x="7334250" y="1381125"/>
            <a:ext cx="4095750" cy="6096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2025" b="1">
                <a:solidFill>
                  <a:srgbClr val="101C38"/>
                </a:solidFill>
                <a:latin typeface="Arial"/>
                <a:ea typeface="Arial"/>
                <a:cs typeface="Arial"/>
              </a:defRPr>
            </a:pPr>
            <a:r>
              <a:rPr sz="2025" b="1">
                <a:solidFill>
                  <a:srgbClr val="101C38"/>
                </a:solidFill>
                <a:latin typeface="Arial"/>
                <a:ea typeface="Arial"/>
                <a:cs typeface="Arial"/>
              </a:rPr>
              <a:t>Một vòng lặp trải nghiệm thay vì danh sách tính năng rời rạc</a:t>
            </a:r>
          </a:p>
        </p:txBody>
      </p:sp>
      <p:sp>
        <p:nvSpPr>
          <p:cNvPr id="15" name="Rectangle 14">
            <a:extLst>
              <a:ext uri="{FF2B5EF4-FFF2-40B4-BE49-F238E27FC236}">
                <a16:creationId xmlns:a16="http://schemas.microsoft.com/office/drawing/2014/main" id="{236FC4AB-B4B9-4C15-B06A-516A02AD2C36}"/>
              </a:ext>
            </a:extLst>
          </p:cNvPr>
          <p:cNvSpPr>
            <a:spLocks noGrp="1"/>
          </p:cNvSpPr>
          <p:nvPr/>
        </p:nvSpPr>
        <p:spPr>
          <a:xfrm>
            <a:off x="7334250" y="2143125"/>
            <a:ext cx="4000500" cy="457200"/>
          </a:xfrm>
          <a:prstGeom prst="rect">
            <a:avLst/>
          </a:prstGeom>
          <a:solidFill>
            <a:srgbClr val="FFFFFF"/>
          </a:solidFill>
          <a:ln w="9525">
            <a:solidFill>
              <a:srgbClr val="D9E2F0"/>
            </a:solidFill>
            <a:prstDash val="solid"/>
          </a:ln>
        </p:spPr>
        <p:txBody>
          <a:bodyPr/>
          <a:lstStyle/>
          <a:p>
            <a:endParaRPr lang="en-US"/>
          </a:p>
        </p:txBody>
      </p:sp>
      <p:sp>
        <p:nvSpPr>
          <p:cNvPr id="16" name="Rectangle 15">
            <a:extLst>
              <a:ext uri="{FF2B5EF4-FFF2-40B4-BE49-F238E27FC236}">
                <a16:creationId xmlns:a16="http://schemas.microsoft.com/office/drawing/2014/main" id="{260E7334-7E16-43D4-8F01-43FD9E6E37AC}"/>
              </a:ext>
            </a:extLst>
          </p:cNvPr>
          <p:cNvSpPr>
            <a:spLocks noGrp="1"/>
          </p:cNvSpPr>
          <p:nvPr/>
        </p:nvSpPr>
        <p:spPr>
          <a:xfrm>
            <a:off x="7334250" y="2143125"/>
            <a:ext cx="66675" cy="457200"/>
          </a:xfrm>
          <a:prstGeom prst="rect">
            <a:avLst/>
          </a:prstGeom>
          <a:solidFill>
            <a:srgbClr val="0964E8"/>
          </a:solidFill>
          <a:ln w="0">
            <a:solidFill>
              <a:srgbClr val="0964E8"/>
            </a:solidFill>
            <a:prstDash val="solid"/>
          </a:ln>
        </p:spPr>
        <p:txBody>
          <a:bodyPr/>
          <a:lstStyle/>
          <a:p>
            <a:endParaRPr lang="en-US"/>
          </a:p>
        </p:txBody>
      </p:sp>
      <p:sp>
        <p:nvSpPr>
          <p:cNvPr id="17" name="Rectangle 16">
            <a:extLst>
              <a:ext uri="{FF2B5EF4-FFF2-40B4-BE49-F238E27FC236}">
                <a16:creationId xmlns:a16="http://schemas.microsoft.com/office/drawing/2014/main" id="{79A35872-3108-4F62-9AD4-2B0D96E2E4ED}"/>
              </a:ext>
            </a:extLst>
          </p:cNvPr>
          <p:cNvSpPr>
            <a:spLocks noGrp="1"/>
          </p:cNvSpPr>
          <p:nvPr/>
        </p:nvSpPr>
        <p:spPr>
          <a:xfrm>
            <a:off x="7524750" y="216217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360° + Bản đồ</a:t>
            </a:r>
          </a:p>
        </p:txBody>
      </p:sp>
      <p:sp>
        <p:nvSpPr>
          <p:cNvPr id="18" name="Rectangle 17">
            <a:extLst>
              <a:ext uri="{FF2B5EF4-FFF2-40B4-BE49-F238E27FC236}">
                <a16:creationId xmlns:a16="http://schemas.microsoft.com/office/drawing/2014/main" id="{809D3F3C-6005-48EE-8473-3FBB296014CB}"/>
              </a:ext>
            </a:extLst>
          </p:cNvPr>
          <p:cNvSpPr>
            <a:spLocks noGrp="1"/>
          </p:cNvSpPr>
          <p:nvPr/>
        </p:nvSpPr>
        <p:spPr>
          <a:xfrm>
            <a:off x="9239250" y="216217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Quan sát và định vị điểm đến</a:t>
            </a:r>
          </a:p>
        </p:txBody>
      </p:sp>
      <p:sp>
        <p:nvSpPr>
          <p:cNvPr id="19" name="Rectangle 18">
            <a:extLst>
              <a:ext uri="{FF2B5EF4-FFF2-40B4-BE49-F238E27FC236}">
                <a16:creationId xmlns:a16="http://schemas.microsoft.com/office/drawing/2014/main" id="{7225AF60-3680-4894-A1A7-568AC5A56BC8}"/>
              </a:ext>
            </a:extLst>
          </p:cNvPr>
          <p:cNvSpPr>
            <a:spLocks noGrp="1"/>
          </p:cNvSpPr>
          <p:nvPr/>
        </p:nvSpPr>
        <p:spPr>
          <a:xfrm>
            <a:off x="7334250" y="2695575"/>
            <a:ext cx="4000500" cy="457200"/>
          </a:xfrm>
          <a:prstGeom prst="rect">
            <a:avLst/>
          </a:prstGeom>
          <a:solidFill>
            <a:srgbClr val="FFFFFF"/>
          </a:solidFill>
          <a:ln w="9525">
            <a:solidFill>
              <a:srgbClr val="D9E2F0"/>
            </a:solidFill>
            <a:prstDash val="solid"/>
          </a:ln>
        </p:spPr>
        <p:txBody>
          <a:bodyPr/>
          <a:lstStyle/>
          <a:p>
            <a:endParaRPr lang="en-US"/>
          </a:p>
        </p:txBody>
      </p:sp>
      <p:sp>
        <p:nvSpPr>
          <p:cNvPr id="20" name="Rectangle 19">
            <a:extLst>
              <a:ext uri="{FF2B5EF4-FFF2-40B4-BE49-F238E27FC236}">
                <a16:creationId xmlns:a16="http://schemas.microsoft.com/office/drawing/2014/main" id="{3F906D72-1D66-4A7B-9CF7-9685BB3DA7DD}"/>
              </a:ext>
            </a:extLst>
          </p:cNvPr>
          <p:cNvSpPr>
            <a:spLocks noGrp="1"/>
          </p:cNvSpPr>
          <p:nvPr/>
        </p:nvSpPr>
        <p:spPr>
          <a:xfrm>
            <a:off x="7334250" y="2695575"/>
            <a:ext cx="66675" cy="457200"/>
          </a:xfrm>
          <a:prstGeom prst="rect">
            <a:avLst/>
          </a:prstGeom>
          <a:solidFill>
            <a:srgbClr val="FFC515"/>
          </a:solidFill>
          <a:ln w="0">
            <a:solidFill>
              <a:srgbClr val="FFC515"/>
            </a:solidFill>
            <a:prstDash val="solid"/>
          </a:ln>
        </p:spPr>
        <p:txBody>
          <a:bodyPr/>
          <a:lstStyle/>
          <a:p>
            <a:endParaRPr lang="en-US"/>
          </a:p>
        </p:txBody>
      </p:sp>
      <p:sp>
        <p:nvSpPr>
          <p:cNvPr id="21" name="Rectangle 20">
            <a:extLst>
              <a:ext uri="{FF2B5EF4-FFF2-40B4-BE49-F238E27FC236}">
                <a16:creationId xmlns:a16="http://schemas.microsoft.com/office/drawing/2014/main" id="{3BD27500-5308-451F-A2CA-80D002035A93}"/>
              </a:ext>
            </a:extLst>
          </p:cNvPr>
          <p:cNvSpPr>
            <a:spLocks noGrp="1"/>
          </p:cNvSpPr>
          <p:nvPr/>
        </p:nvSpPr>
        <p:spPr>
          <a:xfrm>
            <a:off x="7524750" y="271462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Quest + Tiến trình</a:t>
            </a:r>
          </a:p>
        </p:txBody>
      </p:sp>
      <p:sp>
        <p:nvSpPr>
          <p:cNvPr id="22" name="Rectangle 21">
            <a:extLst>
              <a:ext uri="{FF2B5EF4-FFF2-40B4-BE49-F238E27FC236}">
                <a16:creationId xmlns:a16="http://schemas.microsoft.com/office/drawing/2014/main" id="{E6C86885-3015-478B-B1C1-8CF336AFBEC3}"/>
              </a:ext>
            </a:extLst>
          </p:cNvPr>
          <p:cNvSpPr>
            <a:spLocks noGrp="1"/>
          </p:cNvSpPr>
          <p:nvPr/>
        </p:nvSpPr>
        <p:spPr>
          <a:xfrm>
            <a:off x="9239250" y="271462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Tạo mục tiêu cho từng chặng</a:t>
            </a:r>
          </a:p>
        </p:txBody>
      </p:sp>
      <p:sp>
        <p:nvSpPr>
          <p:cNvPr id="23" name="Rectangle 22">
            <a:extLst>
              <a:ext uri="{FF2B5EF4-FFF2-40B4-BE49-F238E27FC236}">
                <a16:creationId xmlns:a16="http://schemas.microsoft.com/office/drawing/2014/main" id="{E6B2FE75-3F9E-42C0-951A-10B5AEAB8610}"/>
              </a:ext>
            </a:extLst>
          </p:cNvPr>
          <p:cNvSpPr>
            <a:spLocks noGrp="1"/>
          </p:cNvSpPr>
          <p:nvPr/>
        </p:nvSpPr>
        <p:spPr>
          <a:xfrm>
            <a:off x="7334250" y="3248025"/>
            <a:ext cx="4000500" cy="457200"/>
          </a:xfrm>
          <a:prstGeom prst="rect">
            <a:avLst/>
          </a:prstGeom>
          <a:solidFill>
            <a:srgbClr val="FFFFFF"/>
          </a:solidFill>
          <a:ln w="9525">
            <a:solidFill>
              <a:srgbClr val="D9E2F0"/>
            </a:solidFill>
            <a:prstDash val="solid"/>
          </a:ln>
        </p:spPr>
        <p:txBody>
          <a:bodyPr/>
          <a:lstStyle/>
          <a:p>
            <a:endParaRPr lang="en-US"/>
          </a:p>
        </p:txBody>
      </p:sp>
      <p:sp>
        <p:nvSpPr>
          <p:cNvPr id="24" name="Rectangle 23">
            <a:extLst>
              <a:ext uri="{FF2B5EF4-FFF2-40B4-BE49-F238E27FC236}">
                <a16:creationId xmlns:a16="http://schemas.microsoft.com/office/drawing/2014/main" id="{8EC15E03-DE39-44C3-86A8-6ED42B57CF7E}"/>
              </a:ext>
            </a:extLst>
          </p:cNvPr>
          <p:cNvSpPr>
            <a:spLocks noGrp="1"/>
          </p:cNvSpPr>
          <p:nvPr/>
        </p:nvSpPr>
        <p:spPr>
          <a:xfrm>
            <a:off x="7334250" y="3248025"/>
            <a:ext cx="66675" cy="457200"/>
          </a:xfrm>
          <a:prstGeom prst="rect">
            <a:avLst/>
          </a:prstGeom>
          <a:solidFill>
            <a:srgbClr val="E5252A"/>
          </a:solidFill>
          <a:ln w="0">
            <a:solidFill>
              <a:srgbClr val="E5252A"/>
            </a:solidFill>
            <a:prstDash val="solid"/>
          </a:ln>
        </p:spPr>
        <p:txBody>
          <a:bodyPr/>
          <a:lstStyle/>
          <a:p>
            <a:endParaRPr lang="en-US"/>
          </a:p>
        </p:txBody>
      </p:sp>
      <p:sp>
        <p:nvSpPr>
          <p:cNvPr id="25" name="Rectangle 24">
            <a:extLst>
              <a:ext uri="{FF2B5EF4-FFF2-40B4-BE49-F238E27FC236}">
                <a16:creationId xmlns:a16="http://schemas.microsoft.com/office/drawing/2014/main" id="{5653EE4D-05FF-41C4-AD38-EBA26492B062}"/>
              </a:ext>
            </a:extLst>
          </p:cNvPr>
          <p:cNvSpPr>
            <a:spLocks noGrp="1"/>
          </p:cNvSpPr>
          <p:nvPr/>
        </p:nvSpPr>
        <p:spPr>
          <a:xfrm>
            <a:off x="7524750" y="326707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Xếp hạng + Thành tích</a:t>
            </a:r>
          </a:p>
        </p:txBody>
      </p:sp>
      <p:sp>
        <p:nvSpPr>
          <p:cNvPr id="26" name="Rectangle 25">
            <a:extLst>
              <a:ext uri="{FF2B5EF4-FFF2-40B4-BE49-F238E27FC236}">
                <a16:creationId xmlns:a16="http://schemas.microsoft.com/office/drawing/2014/main" id="{8DDC883A-90FE-4FFA-A03A-0FE33CC56629}"/>
              </a:ext>
            </a:extLst>
          </p:cNvPr>
          <p:cNvSpPr>
            <a:spLocks noGrp="1"/>
          </p:cNvSpPr>
          <p:nvPr/>
        </p:nvSpPr>
        <p:spPr>
          <a:xfrm>
            <a:off x="9239250" y="326707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Khuyến khích hoàn thành hành trình</a:t>
            </a:r>
          </a:p>
        </p:txBody>
      </p:sp>
      <p:sp>
        <p:nvSpPr>
          <p:cNvPr id="27" name="Rectangle 26">
            <a:extLst>
              <a:ext uri="{FF2B5EF4-FFF2-40B4-BE49-F238E27FC236}">
                <a16:creationId xmlns:a16="http://schemas.microsoft.com/office/drawing/2014/main" id="{F99A146A-DAF8-462C-B28A-A6F6C61FAFDE}"/>
              </a:ext>
            </a:extLst>
          </p:cNvPr>
          <p:cNvSpPr>
            <a:spLocks noGrp="1"/>
          </p:cNvSpPr>
          <p:nvPr/>
        </p:nvSpPr>
        <p:spPr>
          <a:xfrm>
            <a:off x="7334250" y="3800475"/>
            <a:ext cx="4000500" cy="457200"/>
          </a:xfrm>
          <a:prstGeom prst="rect">
            <a:avLst/>
          </a:prstGeom>
          <a:solidFill>
            <a:srgbClr val="FFFFFF"/>
          </a:solidFill>
          <a:ln w="9525">
            <a:solidFill>
              <a:srgbClr val="D9E2F0"/>
            </a:solidFill>
            <a:prstDash val="solid"/>
          </a:ln>
        </p:spPr>
        <p:txBody>
          <a:bodyPr/>
          <a:lstStyle/>
          <a:p>
            <a:endParaRPr lang="en-US"/>
          </a:p>
        </p:txBody>
      </p:sp>
      <p:sp>
        <p:nvSpPr>
          <p:cNvPr id="28" name="Rectangle 27">
            <a:extLst>
              <a:ext uri="{FF2B5EF4-FFF2-40B4-BE49-F238E27FC236}">
                <a16:creationId xmlns:a16="http://schemas.microsoft.com/office/drawing/2014/main" id="{DB5796CD-96ED-4F26-846D-F1B085086A91}"/>
              </a:ext>
            </a:extLst>
          </p:cNvPr>
          <p:cNvSpPr>
            <a:spLocks noGrp="1"/>
          </p:cNvSpPr>
          <p:nvPr/>
        </p:nvSpPr>
        <p:spPr>
          <a:xfrm>
            <a:off x="7334250" y="3800475"/>
            <a:ext cx="66675" cy="457200"/>
          </a:xfrm>
          <a:prstGeom prst="rect">
            <a:avLst/>
          </a:prstGeom>
          <a:solidFill>
            <a:srgbClr val="0964E8"/>
          </a:solidFill>
          <a:ln w="0">
            <a:solidFill>
              <a:srgbClr val="0964E8"/>
            </a:solidFill>
            <a:prstDash val="solid"/>
          </a:ln>
        </p:spPr>
        <p:txBody>
          <a:bodyPr/>
          <a:lstStyle/>
          <a:p>
            <a:endParaRPr lang="en-US"/>
          </a:p>
        </p:txBody>
      </p:sp>
      <p:sp>
        <p:nvSpPr>
          <p:cNvPr id="29" name="Rectangle 28">
            <a:extLst>
              <a:ext uri="{FF2B5EF4-FFF2-40B4-BE49-F238E27FC236}">
                <a16:creationId xmlns:a16="http://schemas.microsoft.com/office/drawing/2014/main" id="{7CA7551D-26C2-4566-BE65-D8823B26B91D}"/>
              </a:ext>
            </a:extLst>
          </p:cNvPr>
          <p:cNvSpPr>
            <a:spLocks noGrp="1"/>
          </p:cNvSpPr>
          <p:nvPr/>
        </p:nvSpPr>
        <p:spPr>
          <a:xfrm>
            <a:off x="7524750" y="381952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Khoảnh khắc + Sự kiện</a:t>
            </a:r>
          </a:p>
        </p:txBody>
      </p:sp>
      <p:sp>
        <p:nvSpPr>
          <p:cNvPr id="30" name="Rectangle 29">
            <a:extLst>
              <a:ext uri="{FF2B5EF4-FFF2-40B4-BE49-F238E27FC236}">
                <a16:creationId xmlns:a16="http://schemas.microsoft.com/office/drawing/2014/main" id="{0D5BE5BB-D352-43B8-A290-3A293C8174A5}"/>
              </a:ext>
            </a:extLst>
          </p:cNvPr>
          <p:cNvSpPr>
            <a:spLocks noGrp="1"/>
          </p:cNvSpPr>
          <p:nvPr/>
        </p:nvSpPr>
        <p:spPr>
          <a:xfrm>
            <a:off x="9239250" y="381952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Lưu và chia sẻ trải nghiệm</a:t>
            </a:r>
          </a:p>
        </p:txBody>
      </p:sp>
      <p:sp>
        <p:nvSpPr>
          <p:cNvPr id="31" name="Rectangle 30">
            <a:extLst>
              <a:ext uri="{FF2B5EF4-FFF2-40B4-BE49-F238E27FC236}">
                <a16:creationId xmlns:a16="http://schemas.microsoft.com/office/drawing/2014/main" id="{DA9DC82E-E6D3-4FAB-9F53-67F6080AB401}"/>
              </a:ext>
            </a:extLst>
          </p:cNvPr>
          <p:cNvSpPr>
            <a:spLocks noGrp="1"/>
          </p:cNvSpPr>
          <p:nvPr/>
        </p:nvSpPr>
        <p:spPr>
          <a:xfrm>
            <a:off x="7334250" y="4352925"/>
            <a:ext cx="4000500" cy="457200"/>
          </a:xfrm>
          <a:prstGeom prst="rect">
            <a:avLst/>
          </a:prstGeom>
          <a:solidFill>
            <a:srgbClr val="FFFFFF"/>
          </a:solidFill>
          <a:ln w="9525">
            <a:solidFill>
              <a:srgbClr val="D9E2F0"/>
            </a:solidFill>
            <a:prstDash val="solid"/>
          </a:ln>
        </p:spPr>
        <p:txBody>
          <a:bodyPr/>
          <a:lstStyle/>
          <a:p>
            <a:endParaRPr lang="en-US"/>
          </a:p>
        </p:txBody>
      </p:sp>
      <p:sp>
        <p:nvSpPr>
          <p:cNvPr id="32" name="Rectangle 31">
            <a:extLst>
              <a:ext uri="{FF2B5EF4-FFF2-40B4-BE49-F238E27FC236}">
                <a16:creationId xmlns:a16="http://schemas.microsoft.com/office/drawing/2014/main" id="{C9F520C0-AC09-4F43-A677-387C0DD141F5}"/>
              </a:ext>
            </a:extLst>
          </p:cNvPr>
          <p:cNvSpPr>
            <a:spLocks noGrp="1"/>
          </p:cNvSpPr>
          <p:nvPr/>
        </p:nvSpPr>
        <p:spPr>
          <a:xfrm>
            <a:off x="7334250" y="4352925"/>
            <a:ext cx="66675" cy="457200"/>
          </a:xfrm>
          <a:prstGeom prst="rect">
            <a:avLst/>
          </a:prstGeom>
          <a:solidFill>
            <a:srgbClr val="FFC515"/>
          </a:solidFill>
          <a:ln w="0">
            <a:solidFill>
              <a:srgbClr val="FFC515"/>
            </a:solidFill>
            <a:prstDash val="solid"/>
          </a:ln>
        </p:spPr>
        <p:txBody>
          <a:bodyPr/>
          <a:lstStyle/>
          <a:p>
            <a:endParaRPr lang="en-US"/>
          </a:p>
        </p:txBody>
      </p:sp>
      <p:sp>
        <p:nvSpPr>
          <p:cNvPr id="33" name="Rectangle 32">
            <a:extLst>
              <a:ext uri="{FF2B5EF4-FFF2-40B4-BE49-F238E27FC236}">
                <a16:creationId xmlns:a16="http://schemas.microsoft.com/office/drawing/2014/main" id="{0C2B4734-EA89-443F-A665-BEC701476FDD}"/>
              </a:ext>
            </a:extLst>
          </p:cNvPr>
          <p:cNvSpPr>
            <a:spLocks noGrp="1"/>
          </p:cNvSpPr>
          <p:nvPr/>
        </p:nvSpPr>
        <p:spPr>
          <a:xfrm>
            <a:off x="7524750" y="437197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Diễn đàn cộng đồng</a:t>
            </a:r>
          </a:p>
        </p:txBody>
      </p:sp>
      <p:sp>
        <p:nvSpPr>
          <p:cNvPr id="34" name="Rectangle 33">
            <a:extLst>
              <a:ext uri="{FF2B5EF4-FFF2-40B4-BE49-F238E27FC236}">
                <a16:creationId xmlns:a16="http://schemas.microsoft.com/office/drawing/2014/main" id="{B644688D-337A-44E7-BB46-EF8C79FC080F}"/>
              </a:ext>
            </a:extLst>
          </p:cNvPr>
          <p:cNvSpPr>
            <a:spLocks noGrp="1"/>
          </p:cNvSpPr>
          <p:nvPr/>
        </p:nvSpPr>
        <p:spPr>
          <a:xfrm>
            <a:off x="9239250" y="437197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Hỏi đáp và kết nối sinh viên</a:t>
            </a:r>
          </a:p>
        </p:txBody>
      </p:sp>
      <p:sp>
        <p:nvSpPr>
          <p:cNvPr id="35" name="Rectangle 34">
            <a:extLst>
              <a:ext uri="{FF2B5EF4-FFF2-40B4-BE49-F238E27FC236}">
                <a16:creationId xmlns:a16="http://schemas.microsoft.com/office/drawing/2014/main" id="{A2065F6C-FE48-4CCC-8630-0D0F208E6361}"/>
              </a:ext>
            </a:extLst>
          </p:cNvPr>
          <p:cNvSpPr>
            <a:spLocks noGrp="1"/>
          </p:cNvSpPr>
          <p:nvPr/>
        </p:nvSpPr>
        <p:spPr>
          <a:xfrm>
            <a:off x="7334250" y="4905375"/>
            <a:ext cx="4000500" cy="457200"/>
          </a:xfrm>
          <a:prstGeom prst="rect">
            <a:avLst/>
          </a:prstGeom>
          <a:solidFill>
            <a:srgbClr val="FFFFFF"/>
          </a:solidFill>
          <a:ln w="9525">
            <a:solidFill>
              <a:srgbClr val="D9E2F0"/>
            </a:solidFill>
            <a:prstDash val="solid"/>
          </a:ln>
        </p:spPr>
        <p:txBody>
          <a:bodyPr/>
          <a:lstStyle/>
          <a:p>
            <a:endParaRPr lang="en-US"/>
          </a:p>
        </p:txBody>
      </p:sp>
      <p:sp>
        <p:nvSpPr>
          <p:cNvPr id="36" name="Rectangle 35">
            <a:extLst>
              <a:ext uri="{FF2B5EF4-FFF2-40B4-BE49-F238E27FC236}">
                <a16:creationId xmlns:a16="http://schemas.microsoft.com/office/drawing/2014/main" id="{B504BFC4-6682-4DBA-9327-C298146197FB}"/>
              </a:ext>
            </a:extLst>
          </p:cNvPr>
          <p:cNvSpPr>
            <a:spLocks noGrp="1"/>
          </p:cNvSpPr>
          <p:nvPr/>
        </p:nvSpPr>
        <p:spPr>
          <a:xfrm>
            <a:off x="7334250" y="4905375"/>
            <a:ext cx="66675" cy="457200"/>
          </a:xfrm>
          <a:prstGeom prst="rect">
            <a:avLst/>
          </a:prstGeom>
          <a:solidFill>
            <a:srgbClr val="E5252A"/>
          </a:solidFill>
          <a:ln w="0">
            <a:solidFill>
              <a:srgbClr val="E5252A"/>
            </a:solidFill>
            <a:prstDash val="solid"/>
          </a:ln>
        </p:spPr>
        <p:txBody>
          <a:bodyPr/>
          <a:lstStyle/>
          <a:p>
            <a:endParaRPr lang="en-US"/>
          </a:p>
        </p:txBody>
      </p:sp>
      <p:sp>
        <p:nvSpPr>
          <p:cNvPr id="37" name="Rectangle 36">
            <a:extLst>
              <a:ext uri="{FF2B5EF4-FFF2-40B4-BE49-F238E27FC236}">
                <a16:creationId xmlns:a16="http://schemas.microsoft.com/office/drawing/2014/main" id="{8FCD2161-6A3B-4824-90F7-5502A75E9356}"/>
              </a:ext>
            </a:extLst>
          </p:cNvPr>
          <p:cNvSpPr>
            <a:spLocks noGrp="1"/>
          </p:cNvSpPr>
          <p:nvPr/>
        </p:nvSpPr>
        <p:spPr>
          <a:xfrm>
            <a:off x="7524750" y="4924425"/>
            <a:ext cx="1571625"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00" b="1">
                <a:solidFill>
                  <a:srgbClr val="101C38"/>
                </a:solidFill>
                <a:latin typeface="Arial"/>
                <a:ea typeface="Arial"/>
                <a:cs typeface="Arial"/>
              </a:defRPr>
            </a:pPr>
            <a:r>
              <a:rPr sz="1200" b="1">
                <a:solidFill>
                  <a:srgbClr val="101C38"/>
                </a:solidFill>
                <a:latin typeface="Arial"/>
                <a:ea typeface="Arial"/>
                <a:cs typeface="Arial"/>
              </a:rPr>
              <a:t>Gemini AI Guide</a:t>
            </a:r>
          </a:p>
        </p:txBody>
      </p:sp>
      <p:sp>
        <p:nvSpPr>
          <p:cNvPr id="38" name="Rectangle 37">
            <a:extLst>
              <a:ext uri="{FF2B5EF4-FFF2-40B4-BE49-F238E27FC236}">
                <a16:creationId xmlns:a16="http://schemas.microsoft.com/office/drawing/2014/main" id="{E8350863-944F-4975-BB13-0614F1D0A541}"/>
              </a:ext>
            </a:extLst>
          </p:cNvPr>
          <p:cNvSpPr>
            <a:spLocks noGrp="1"/>
          </p:cNvSpPr>
          <p:nvPr/>
        </p:nvSpPr>
        <p:spPr>
          <a:xfrm>
            <a:off x="9239250" y="4924425"/>
            <a:ext cx="2000250" cy="4191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975" b="0">
                <a:solidFill>
                  <a:srgbClr val="6B7280"/>
                </a:solidFill>
                <a:latin typeface="Arial"/>
                <a:ea typeface="Arial"/>
                <a:cs typeface="Arial"/>
              </a:defRPr>
            </a:pPr>
            <a:r>
              <a:rPr sz="975" b="0">
                <a:solidFill>
                  <a:srgbClr val="6B7280"/>
                </a:solidFill>
                <a:latin typeface="Arial"/>
                <a:ea typeface="Arial"/>
                <a:cs typeface="Arial"/>
              </a:rPr>
              <a:t>Hỗ trợ theo ngữ cảnh chặng hiện tại</a:t>
            </a:r>
          </a:p>
        </p:txBody>
      </p:sp>
      <p:sp>
        <p:nvSpPr>
          <p:cNvPr id="39" name="Rectangle 38">
            <a:extLst>
              <a:ext uri="{FF2B5EF4-FFF2-40B4-BE49-F238E27FC236}">
                <a16:creationId xmlns:a16="http://schemas.microsoft.com/office/drawing/2014/main" id="{67550C85-58B7-4425-97B5-F91517673AA0}"/>
              </a:ext>
            </a:extLst>
          </p:cNvPr>
          <p:cNvSpPr>
            <a:spLocks noGrp="1"/>
          </p:cNvSpPr>
          <p:nvPr/>
        </p:nvSpPr>
        <p:spPr>
          <a:xfrm>
            <a:off x="666750" y="5334000"/>
            <a:ext cx="6191250" cy="457200"/>
          </a:xfrm>
          <a:prstGeom prst="rect">
            <a:avLst/>
          </a:prstGeom>
          <a:solidFill>
            <a:srgbClr val="101C38"/>
          </a:solidFill>
          <a:ln w="0">
            <a:solidFill>
              <a:srgbClr val="000000">
                <a:alpha val="0"/>
              </a:srgbClr>
            </a:solidFill>
            <a:prstDash val="solid"/>
          </a:ln>
        </p:spPr>
        <p:txBody>
          <a:bodyPr lIns="95250" tIns="76200" rIns="95250" bIns="76200" anchor="ct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KHÁM PHÁ → HOÀN THÀNH → CHIA SẺ → QUAY LẠI</a:t>
            </a:r>
          </a:p>
        </p:txBody>
      </p:sp>
    </p:spTree>
    <p:extLst>
      <p:ext uri="{BB962C8B-B14F-4D97-AF65-F5344CB8AC3E}">
        <p14:creationId xmlns:p14="http://schemas.microsoft.com/office/powerpoint/2010/main" val="518707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482D2E6-C8C3-E3CA-63A6-5FA4D4DF1B63}"/>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67B999D7-D946-A9DF-ACE4-6E9B04051A43}"/>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CD62AF71-D169-A37C-62D2-BBF5BA141D04}"/>
              </a:ext>
            </a:extLst>
          </p:cNvPr>
          <p:cNvSpPr>
            <a:spLocks noGrp="1"/>
          </p:cNvSpPr>
          <p:nvPr/>
        </p:nvSpPr>
        <p:spPr>
          <a:xfrm>
            <a:off x="381000" y="762000"/>
            <a:ext cx="2673809" cy="276999"/>
          </a:xfrm>
          <a:prstGeom prst="rect">
            <a:avLst/>
          </a:prstGeom>
          <a:noFill/>
        </p:spPr>
        <p:txBody>
          <a:bodyPr wrap="none" lIns="0" tIns="0" rIns="0" bIns="0">
            <a:spAutoFit/>
          </a:bodyPr>
          <a:lstStyle/>
          <a:p>
            <a:pPr algn="l">
              <a:buNone/>
            </a:pPr>
            <a:r>
              <a:rPr dirty="0">
                <a:solidFill>
                  <a:srgbClr val="DA2428"/>
                </a:solidFill>
                <a:latin typeface="Times New Roman" panose="02020603050405020304" pitchFamily="18" charset="0"/>
                <a:ea typeface="UTM Colossalis"/>
                <a:cs typeface="Times New Roman" panose="02020603050405020304" pitchFamily="18" charset="0"/>
              </a:rPr>
              <a:t>5. CÔNG NGHỆ SỬ DỤNG</a:t>
            </a:r>
          </a:p>
        </p:txBody>
      </p:sp>
      <p:sp>
        <p:nvSpPr>
          <p:cNvPr id="12" name="Rectangle 11">
            <a:extLst>
              <a:ext uri="{FF2B5EF4-FFF2-40B4-BE49-F238E27FC236}">
                <a16:creationId xmlns:a16="http://schemas.microsoft.com/office/drawing/2014/main" id="{06EE25C2-9583-442F-AFD6-F176107FCAC4}"/>
              </a:ext>
            </a:extLst>
          </p:cNvPr>
          <p:cNvSpPr>
            <a:spLocks noGrp="1"/>
          </p:cNvSpPr>
          <p:nvPr/>
        </p:nvSpPr>
        <p:spPr>
          <a:xfrm>
            <a:off x="476250" y="1381125"/>
            <a:ext cx="9334500" cy="5334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2175" b="1">
                <a:solidFill>
                  <a:srgbClr val="101C38"/>
                </a:solidFill>
                <a:latin typeface="Arial"/>
                <a:ea typeface="Arial"/>
                <a:cs typeface="Arial"/>
              </a:defRPr>
            </a:pPr>
            <a:r>
              <a:rPr sz="2175" b="1">
                <a:solidFill>
                  <a:srgbClr val="101C38"/>
                </a:solidFill>
                <a:latin typeface="Arial"/>
                <a:ea typeface="Arial"/>
                <a:cs typeface="Arial"/>
              </a:rPr>
              <a:t>Kiến trúc gọn nhẹ, phù hợp demo nhưng vẫn có đường mở rộng</a:t>
            </a:r>
          </a:p>
        </p:txBody>
      </p:sp>
      <p:sp>
        <p:nvSpPr>
          <p:cNvPr id="13" name="Rectangle 12">
            <a:extLst>
              <a:ext uri="{FF2B5EF4-FFF2-40B4-BE49-F238E27FC236}">
                <a16:creationId xmlns:a16="http://schemas.microsoft.com/office/drawing/2014/main" id="{99685B21-4361-4E33-835F-C0BE2C0A182B}"/>
              </a:ext>
            </a:extLst>
          </p:cNvPr>
          <p:cNvSpPr>
            <a:spLocks noGrp="1"/>
          </p:cNvSpPr>
          <p:nvPr/>
        </p:nvSpPr>
        <p:spPr>
          <a:xfrm>
            <a:off x="666750" y="2143125"/>
            <a:ext cx="10858500" cy="628650"/>
          </a:xfrm>
          <a:prstGeom prst="rect">
            <a:avLst/>
          </a:prstGeom>
          <a:solidFill>
            <a:srgbClr val="000000">
              <a:alpha val="0"/>
            </a:srgbClr>
          </a:solidFill>
          <a:ln w="12383">
            <a:solidFill>
              <a:srgbClr val="0964E8"/>
            </a:solidFill>
            <a:prstDash val="solid"/>
          </a:ln>
        </p:spPr>
        <p:txBody>
          <a:bodyPr/>
          <a:lstStyle/>
          <a:p>
            <a:endParaRPr lang="en-US"/>
          </a:p>
        </p:txBody>
      </p:sp>
      <p:sp>
        <p:nvSpPr>
          <p:cNvPr id="14" name="Rectangle 13">
            <a:extLst>
              <a:ext uri="{FF2B5EF4-FFF2-40B4-BE49-F238E27FC236}">
                <a16:creationId xmlns:a16="http://schemas.microsoft.com/office/drawing/2014/main" id="{7B3F565E-4715-4696-ABE3-AD811EDBA735}"/>
              </a:ext>
            </a:extLst>
          </p:cNvPr>
          <p:cNvSpPr>
            <a:spLocks noGrp="1"/>
          </p:cNvSpPr>
          <p:nvPr/>
        </p:nvSpPr>
        <p:spPr>
          <a:xfrm>
            <a:off x="838200" y="2219325"/>
            <a:ext cx="247650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75" b="1">
                <a:solidFill>
                  <a:srgbClr val="0964E8"/>
                </a:solidFill>
                <a:latin typeface="Arial"/>
                <a:ea typeface="Arial"/>
                <a:cs typeface="Arial"/>
              </a:defRPr>
            </a:pPr>
            <a:r>
              <a:rPr sz="1275" b="1">
                <a:solidFill>
                  <a:srgbClr val="0964E8"/>
                </a:solidFill>
                <a:latin typeface="Arial"/>
                <a:ea typeface="Arial"/>
                <a:cs typeface="Arial"/>
              </a:rPr>
              <a:t>TRẢI NGHIỆM WEB</a:t>
            </a:r>
          </a:p>
        </p:txBody>
      </p:sp>
      <p:sp>
        <p:nvSpPr>
          <p:cNvPr id="15" name="Rectangle 14">
            <a:extLst>
              <a:ext uri="{FF2B5EF4-FFF2-40B4-BE49-F238E27FC236}">
                <a16:creationId xmlns:a16="http://schemas.microsoft.com/office/drawing/2014/main" id="{F8FC332B-0DAF-4F13-97BA-4EAFFF871FC0}"/>
              </a:ext>
            </a:extLst>
          </p:cNvPr>
          <p:cNvSpPr>
            <a:spLocks noGrp="1"/>
          </p:cNvSpPr>
          <p:nvPr/>
        </p:nvSpPr>
        <p:spPr>
          <a:xfrm>
            <a:off x="3333750" y="2219325"/>
            <a:ext cx="790575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HTML5 · CSS3 · JavaScript ES Modules</a:t>
            </a:r>
          </a:p>
        </p:txBody>
      </p:sp>
      <p:sp>
        <p:nvSpPr>
          <p:cNvPr id="16" name="Rectangle 15">
            <a:extLst>
              <a:ext uri="{FF2B5EF4-FFF2-40B4-BE49-F238E27FC236}">
                <a16:creationId xmlns:a16="http://schemas.microsoft.com/office/drawing/2014/main" id="{7E56AF2B-5BC5-4BA8-A7AF-13560154756A}"/>
              </a:ext>
            </a:extLst>
          </p:cNvPr>
          <p:cNvSpPr>
            <a:spLocks noGrp="1"/>
          </p:cNvSpPr>
          <p:nvPr/>
        </p:nvSpPr>
        <p:spPr>
          <a:xfrm>
            <a:off x="666750" y="2962275"/>
            <a:ext cx="10858500" cy="628650"/>
          </a:xfrm>
          <a:prstGeom prst="rect">
            <a:avLst/>
          </a:prstGeom>
          <a:solidFill>
            <a:srgbClr val="000000">
              <a:alpha val="0"/>
            </a:srgbClr>
          </a:solidFill>
          <a:ln w="12383">
            <a:solidFill>
              <a:srgbClr val="FFC515"/>
            </a:solidFill>
            <a:prstDash val="solid"/>
          </a:ln>
        </p:spPr>
        <p:txBody>
          <a:bodyPr/>
          <a:lstStyle/>
          <a:p>
            <a:endParaRPr lang="en-US"/>
          </a:p>
        </p:txBody>
      </p:sp>
      <p:sp>
        <p:nvSpPr>
          <p:cNvPr id="17" name="Rectangle 16">
            <a:extLst>
              <a:ext uri="{FF2B5EF4-FFF2-40B4-BE49-F238E27FC236}">
                <a16:creationId xmlns:a16="http://schemas.microsoft.com/office/drawing/2014/main" id="{24ADD3DC-6DE4-4A69-8567-EEF005A0A9F7}"/>
              </a:ext>
            </a:extLst>
          </p:cNvPr>
          <p:cNvSpPr>
            <a:spLocks noGrp="1"/>
          </p:cNvSpPr>
          <p:nvPr/>
        </p:nvSpPr>
        <p:spPr>
          <a:xfrm>
            <a:off x="838200" y="3038475"/>
            <a:ext cx="247650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75" b="1">
                <a:solidFill>
                  <a:srgbClr val="FFC515"/>
                </a:solidFill>
                <a:latin typeface="Arial"/>
                <a:ea typeface="Arial"/>
                <a:cs typeface="Arial"/>
              </a:defRPr>
            </a:pPr>
            <a:r>
              <a:rPr sz="1275" b="1">
                <a:solidFill>
                  <a:srgbClr val="FFC515"/>
                </a:solidFill>
                <a:latin typeface="Arial"/>
                <a:ea typeface="Arial"/>
                <a:cs typeface="Arial"/>
              </a:rPr>
              <a:t>HIỂN THỊ 360°</a:t>
            </a:r>
          </a:p>
        </p:txBody>
      </p:sp>
      <p:sp>
        <p:nvSpPr>
          <p:cNvPr id="18" name="Rectangle 17">
            <a:extLst>
              <a:ext uri="{FF2B5EF4-FFF2-40B4-BE49-F238E27FC236}">
                <a16:creationId xmlns:a16="http://schemas.microsoft.com/office/drawing/2014/main" id="{6A901293-0055-44ED-9D73-C516E104213E}"/>
              </a:ext>
            </a:extLst>
          </p:cNvPr>
          <p:cNvSpPr>
            <a:spLocks noGrp="1"/>
          </p:cNvSpPr>
          <p:nvPr/>
        </p:nvSpPr>
        <p:spPr>
          <a:xfrm>
            <a:off x="3333750" y="3038475"/>
            <a:ext cx="790575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Pannellum · Panorama assets · Bản đồ khu V/K</a:t>
            </a:r>
          </a:p>
        </p:txBody>
      </p:sp>
      <p:sp>
        <p:nvSpPr>
          <p:cNvPr id="19" name="Rectangle 18">
            <a:extLst>
              <a:ext uri="{FF2B5EF4-FFF2-40B4-BE49-F238E27FC236}">
                <a16:creationId xmlns:a16="http://schemas.microsoft.com/office/drawing/2014/main" id="{12BBAB5E-F8B3-4D3B-9D71-DB2894C75D7C}"/>
              </a:ext>
            </a:extLst>
          </p:cNvPr>
          <p:cNvSpPr>
            <a:spLocks noGrp="1"/>
          </p:cNvSpPr>
          <p:nvPr/>
        </p:nvSpPr>
        <p:spPr>
          <a:xfrm>
            <a:off x="666750" y="3781425"/>
            <a:ext cx="10858500" cy="628650"/>
          </a:xfrm>
          <a:prstGeom prst="rect">
            <a:avLst/>
          </a:prstGeom>
          <a:solidFill>
            <a:srgbClr val="000000">
              <a:alpha val="0"/>
            </a:srgbClr>
          </a:solidFill>
          <a:ln w="12383">
            <a:solidFill>
              <a:srgbClr val="E5252A"/>
            </a:solidFill>
            <a:prstDash val="solid"/>
          </a:ln>
        </p:spPr>
        <p:txBody>
          <a:bodyPr/>
          <a:lstStyle/>
          <a:p>
            <a:endParaRPr lang="en-US"/>
          </a:p>
        </p:txBody>
      </p:sp>
      <p:sp>
        <p:nvSpPr>
          <p:cNvPr id="20" name="Rectangle 19">
            <a:extLst>
              <a:ext uri="{FF2B5EF4-FFF2-40B4-BE49-F238E27FC236}">
                <a16:creationId xmlns:a16="http://schemas.microsoft.com/office/drawing/2014/main" id="{4DB54C0E-E4CA-4838-827D-54A92EEE4651}"/>
              </a:ext>
            </a:extLst>
          </p:cNvPr>
          <p:cNvSpPr>
            <a:spLocks noGrp="1"/>
          </p:cNvSpPr>
          <p:nvPr/>
        </p:nvSpPr>
        <p:spPr>
          <a:xfrm>
            <a:off x="838200" y="3857625"/>
            <a:ext cx="247650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75" b="1">
                <a:solidFill>
                  <a:srgbClr val="E5252A"/>
                </a:solidFill>
                <a:latin typeface="Arial"/>
                <a:ea typeface="Arial"/>
                <a:cs typeface="Arial"/>
              </a:defRPr>
            </a:pPr>
            <a:r>
              <a:rPr sz="1275" b="1">
                <a:solidFill>
                  <a:srgbClr val="E5252A"/>
                </a:solidFill>
                <a:latin typeface="Arial"/>
                <a:ea typeface="Arial"/>
                <a:cs typeface="Arial"/>
              </a:rPr>
              <a:t>DỮ LIỆU &amp; DANH TÍNH</a:t>
            </a:r>
          </a:p>
        </p:txBody>
      </p:sp>
      <p:sp>
        <p:nvSpPr>
          <p:cNvPr id="21" name="Rectangle 20">
            <a:extLst>
              <a:ext uri="{FF2B5EF4-FFF2-40B4-BE49-F238E27FC236}">
                <a16:creationId xmlns:a16="http://schemas.microsoft.com/office/drawing/2014/main" id="{B2B01F8F-BE4C-441C-B34A-F153660675C4}"/>
              </a:ext>
            </a:extLst>
          </p:cNvPr>
          <p:cNvSpPr>
            <a:spLocks noGrp="1"/>
          </p:cNvSpPr>
          <p:nvPr/>
        </p:nvSpPr>
        <p:spPr>
          <a:xfrm>
            <a:off x="3333750" y="3857625"/>
            <a:ext cx="790575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Firebase Auth · Firestore · Storage</a:t>
            </a:r>
          </a:p>
        </p:txBody>
      </p:sp>
      <p:sp>
        <p:nvSpPr>
          <p:cNvPr id="22" name="Rectangle 21">
            <a:extLst>
              <a:ext uri="{FF2B5EF4-FFF2-40B4-BE49-F238E27FC236}">
                <a16:creationId xmlns:a16="http://schemas.microsoft.com/office/drawing/2014/main" id="{14C00606-4BAF-4F92-AEDE-620BAEC5DA21}"/>
              </a:ext>
            </a:extLst>
          </p:cNvPr>
          <p:cNvSpPr>
            <a:spLocks noGrp="1"/>
          </p:cNvSpPr>
          <p:nvPr/>
        </p:nvSpPr>
        <p:spPr>
          <a:xfrm>
            <a:off x="666750" y="4600575"/>
            <a:ext cx="10858500" cy="628650"/>
          </a:xfrm>
          <a:prstGeom prst="rect">
            <a:avLst/>
          </a:prstGeom>
          <a:solidFill>
            <a:srgbClr val="000000">
              <a:alpha val="0"/>
            </a:srgbClr>
          </a:solidFill>
          <a:ln w="12383">
            <a:solidFill>
              <a:srgbClr val="101C38"/>
            </a:solidFill>
            <a:prstDash val="solid"/>
          </a:ln>
        </p:spPr>
        <p:txBody>
          <a:bodyPr/>
          <a:lstStyle/>
          <a:p>
            <a:endParaRPr lang="en-US"/>
          </a:p>
        </p:txBody>
      </p:sp>
      <p:sp>
        <p:nvSpPr>
          <p:cNvPr id="23" name="Rectangle 22">
            <a:extLst>
              <a:ext uri="{FF2B5EF4-FFF2-40B4-BE49-F238E27FC236}">
                <a16:creationId xmlns:a16="http://schemas.microsoft.com/office/drawing/2014/main" id="{11B7F431-B169-4BDC-8A87-70B496691FA9}"/>
              </a:ext>
            </a:extLst>
          </p:cNvPr>
          <p:cNvSpPr>
            <a:spLocks noGrp="1"/>
          </p:cNvSpPr>
          <p:nvPr/>
        </p:nvSpPr>
        <p:spPr>
          <a:xfrm>
            <a:off x="838200" y="4676775"/>
            <a:ext cx="247650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275" b="1">
                <a:solidFill>
                  <a:srgbClr val="101C38"/>
                </a:solidFill>
                <a:latin typeface="Arial"/>
                <a:ea typeface="Arial"/>
                <a:cs typeface="Arial"/>
              </a:defRPr>
            </a:pPr>
            <a:r>
              <a:rPr sz="1275" b="1">
                <a:solidFill>
                  <a:srgbClr val="101C38"/>
                </a:solidFill>
                <a:latin typeface="Arial"/>
                <a:ea typeface="Arial"/>
                <a:cs typeface="Arial"/>
              </a:rPr>
              <a:t>AI &amp; BACKEND MỎNG</a:t>
            </a:r>
          </a:p>
        </p:txBody>
      </p:sp>
      <p:sp>
        <p:nvSpPr>
          <p:cNvPr id="24" name="Rectangle 23">
            <a:extLst>
              <a:ext uri="{FF2B5EF4-FFF2-40B4-BE49-F238E27FC236}">
                <a16:creationId xmlns:a16="http://schemas.microsoft.com/office/drawing/2014/main" id="{A89EF25E-312E-4EF6-B8B6-2B1C3828AE0E}"/>
              </a:ext>
            </a:extLst>
          </p:cNvPr>
          <p:cNvSpPr>
            <a:spLocks noGrp="1"/>
          </p:cNvSpPr>
          <p:nvPr/>
        </p:nvSpPr>
        <p:spPr>
          <a:xfrm>
            <a:off x="3333750" y="4676775"/>
            <a:ext cx="7905750" cy="4762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1575" b="1">
                <a:solidFill>
                  <a:srgbClr val="101C38"/>
                </a:solidFill>
                <a:latin typeface="Arial"/>
                <a:ea typeface="Arial"/>
                <a:cs typeface="Arial"/>
              </a:defRPr>
            </a:pPr>
            <a:r>
              <a:rPr sz="1575" b="1">
                <a:solidFill>
                  <a:srgbClr val="101C38"/>
                </a:solidFill>
                <a:latin typeface="Arial"/>
                <a:ea typeface="Arial"/>
                <a:cs typeface="Arial"/>
              </a:rPr>
              <a:t>Cloud Functions Node.js 22 · Gemini API</a:t>
            </a:r>
          </a:p>
        </p:txBody>
      </p:sp>
      <p:sp>
        <p:nvSpPr>
          <p:cNvPr id="25" name="Rectangle 24">
            <a:extLst>
              <a:ext uri="{FF2B5EF4-FFF2-40B4-BE49-F238E27FC236}">
                <a16:creationId xmlns:a16="http://schemas.microsoft.com/office/drawing/2014/main" id="{4EC4D7A0-E3A0-466F-9271-02AEEA0F1B5A}"/>
              </a:ext>
            </a:extLst>
          </p:cNvPr>
          <p:cNvSpPr>
            <a:spLocks noGrp="1"/>
          </p:cNvSpPr>
          <p:nvPr/>
        </p:nvSpPr>
        <p:spPr>
          <a:xfrm>
            <a:off x="857250" y="5572125"/>
            <a:ext cx="10477500" cy="419100"/>
          </a:xfrm>
          <a:prstGeom prst="rect">
            <a:avLst/>
          </a:prstGeom>
          <a:solidFill>
            <a:srgbClr val="FFFFFF"/>
          </a:solidFill>
          <a:ln w="9525">
            <a:solidFill>
              <a:srgbClr val="D9E2F0"/>
            </a:solidFill>
            <a:prstDash val="solid"/>
          </a:ln>
        </p:spPr>
        <p:txBody>
          <a:bodyPr lIns="95250" tIns="76200" rIns="95250" bIns="76200" anchor="ctr"/>
          <a:lstStyle/>
          <a:p>
            <a:pPr algn="ctr">
              <a:defRPr sz="1275" b="0">
                <a:solidFill>
                  <a:srgbClr val="23314D"/>
                </a:solidFill>
                <a:latin typeface="Arial"/>
                <a:ea typeface="Arial"/>
                <a:cs typeface="Arial"/>
              </a:defRPr>
            </a:pPr>
            <a:r>
              <a:rPr sz="1275" b="0">
                <a:solidFill>
                  <a:srgbClr val="23314D"/>
                </a:solidFill>
                <a:latin typeface="Arial"/>
                <a:ea typeface="Arial"/>
                <a:cs typeface="Arial"/>
              </a:rPr>
              <a:t>Firestore Rules và Storage Rules giới hạn quyền đọc/ghi; API key Gemini chỉ tồn tại trong Firebase Secret.</a:t>
            </a:r>
          </a:p>
        </p:txBody>
      </p:sp>
    </p:spTree>
    <p:extLst>
      <p:ext uri="{BB962C8B-B14F-4D97-AF65-F5344CB8AC3E}">
        <p14:creationId xmlns:p14="http://schemas.microsoft.com/office/powerpoint/2010/main" val="292609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DFD88BB-E691-6AE3-B0D7-CD4E37359C16}"/>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6EA155FE-3DB7-A632-CE60-3B1FAE6C9B4A}"/>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7E615F6D-3A15-067A-3342-921081D0315B}"/>
              </a:ext>
            </a:extLst>
          </p:cNvPr>
          <p:cNvSpPr>
            <a:spLocks noGrp="1"/>
          </p:cNvSpPr>
          <p:nvPr/>
        </p:nvSpPr>
        <p:spPr>
          <a:xfrm>
            <a:off x="381000" y="762000"/>
            <a:ext cx="2481770" cy="276999"/>
          </a:xfrm>
          <a:prstGeom prst="rect">
            <a:avLst/>
          </a:prstGeom>
          <a:noFill/>
        </p:spPr>
        <p:txBody>
          <a:bodyPr wrap="none" lIns="0" tIns="0" rIns="0" bIns="0">
            <a:spAutoFit/>
          </a:bodyPr>
          <a:lstStyle/>
          <a:p>
            <a:pPr algn="l">
              <a:buNone/>
            </a:pPr>
            <a:r>
              <a:rPr>
                <a:solidFill>
                  <a:srgbClr val="DA2428"/>
                </a:solidFill>
                <a:latin typeface="Times New Roman" panose="02020603050405020304" pitchFamily="18" charset="0"/>
                <a:ea typeface="UTM Colossalis"/>
                <a:cs typeface="Times New Roman" panose="02020603050405020304" pitchFamily="18" charset="0"/>
              </a:rPr>
              <a:t>6. THIẾT KẾ HỆ THỐNG</a:t>
            </a:r>
          </a:p>
        </p:txBody>
      </p:sp>
      <p:sp>
        <p:nvSpPr>
          <p:cNvPr id="12" name="Rectangle 11">
            <a:extLst>
              <a:ext uri="{FF2B5EF4-FFF2-40B4-BE49-F238E27FC236}">
                <a16:creationId xmlns:a16="http://schemas.microsoft.com/office/drawing/2014/main" id="{7423E954-40AC-490F-A78A-2AC5659F651D}"/>
              </a:ext>
            </a:extLst>
          </p:cNvPr>
          <p:cNvSpPr>
            <a:spLocks noGrp="1"/>
          </p:cNvSpPr>
          <p:nvPr/>
        </p:nvSpPr>
        <p:spPr>
          <a:xfrm>
            <a:off x="476250" y="1333500"/>
            <a:ext cx="10572750" cy="55245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l">
              <a:defRPr sz="2100" b="1">
                <a:solidFill>
                  <a:srgbClr val="101C38"/>
                </a:solidFill>
                <a:latin typeface="Arial"/>
                <a:ea typeface="Arial"/>
                <a:cs typeface="Arial"/>
              </a:defRPr>
            </a:pPr>
            <a:r>
              <a:rPr sz="2100" b="1">
                <a:solidFill>
                  <a:srgbClr val="101C38"/>
                </a:solidFill>
                <a:latin typeface="Arial"/>
                <a:ea typeface="Arial"/>
                <a:cs typeface="Arial"/>
              </a:rPr>
              <a:t>Frontend giao tiếp trực tiếp với Firebase; tác vụ AI đi qua lớp bảo vệ riêng</a:t>
            </a:r>
          </a:p>
        </p:txBody>
      </p:sp>
      <p:sp>
        <p:nvSpPr>
          <p:cNvPr id="13" name="Rectangle 12">
            <a:extLst>
              <a:ext uri="{FF2B5EF4-FFF2-40B4-BE49-F238E27FC236}">
                <a16:creationId xmlns:a16="http://schemas.microsoft.com/office/drawing/2014/main" id="{AF0179F0-2348-4A39-B896-C014F774319E}"/>
              </a:ext>
            </a:extLst>
          </p:cNvPr>
          <p:cNvSpPr>
            <a:spLocks noGrp="1"/>
          </p:cNvSpPr>
          <p:nvPr/>
        </p:nvSpPr>
        <p:spPr>
          <a:xfrm>
            <a:off x="523875" y="2667000"/>
            <a:ext cx="2000250" cy="1190625"/>
          </a:xfrm>
          <a:prstGeom prst="rect">
            <a:avLst/>
          </a:prstGeom>
          <a:solidFill>
            <a:srgbClr val="EAF2FF"/>
          </a:solidFill>
          <a:ln w="19050">
            <a:solidFill>
              <a:srgbClr val="0964E8"/>
            </a:solidFill>
            <a:prstDash val="solid"/>
          </a:ln>
        </p:spPr>
        <p:txBody>
          <a:bodyPr/>
          <a:lstStyle/>
          <a:p>
            <a:endParaRPr lang="en-US"/>
          </a:p>
        </p:txBody>
      </p:sp>
      <p:sp>
        <p:nvSpPr>
          <p:cNvPr id="14" name="Rectangle 13">
            <a:extLst>
              <a:ext uri="{FF2B5EF4-FFF2-40B4-BE49-F238E27FC236}">
                <a16:creationId xmlns:a16="http://schemas.microsoft.com/office/drawing/2014/main" id="{DB32FCFF-CBB8-4F19-B376-A70A1FE2DFA4}"/>
              </a:ext>
            </a:extLst>
          </p:cNvPr>
          <p:cNvSpPr>
            <a:spLocks noGrp="1"/>
          </p:cNvSpPr>
          <p:nvPr/>
        </p:nvSpPr>
        <p:spPr>
          <a:xfrm>
            <a:off x="638175" y="2781300"/>
            <a:ext cx="1771650" cy="304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350" b="1">
                <a:solidFill>
                  <a:srgbClr val="0964E8"/>
                </a:solidFill>
                <a:latin typeface="Arial"/>
                <a:ea typeface="Arial"/>
                <a:cs typeface="Arial"/>
              </a:defRPr>
            </a:pPr>
            <a:r>
              <a:rPr sz="1350" b="1">
                <a:solidFill>
                  <a:srgbClr val="0964E8"/>
                </a:solidFill>
                <a:latin typeface="Arial"/>
                <a:ea typeface="Arial"/>
                <a:cs typeface="Arial"/>
              </a:rPr>
              <a:t>TRÌNH DUYỆT</a:t>
            </a:r>
          </a:p>
        </p:txBody>
      </p:sp>
      <p:sp>
        <p:nvSpPr>
          <p:cNvPr id="15" name="Rectangle 14">
            <a:extLst>
              <a:ext uri="{FF2B5EF4-FFF2-40B4-BE49-F238E27FC236}">
                <a16:creationId xmlns:a16="http://schemas.microsoft.com/office/drawing/2014/main" id="{181D4FB6-34B9-4001-9D7A-3AAD361CC5A8}"/>
              </a:ext>
            </a:extLst>
          </p:cNvPr>
          <p:cNvSpPr>
            <a:spLocks noGrp="1"/>
          </p:cNvSpPr>
          <p:nvPr/>
        </p:nvSpPr>
        <p:spPr>
          <a:xfrm>
            <a:off x="638175" y="3124200"/>
            <a:ext cx="1771650" cy="638175"/>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125" b="0">
                <a:solidFill>
                  <a:srgbClr val="23314D"/>
                </a:solidFill>
                <a:latin typeface="Arial"/>
                <a:ea typeface="Arial"/>
                <a:cs typeface="Arial"/>
              </a:defRPr>
            </a:pPr>
            <a:r>
              <a:rPr sz="1125" b="0">
                <a:solidFill>
                  <a:srgbClr val="23314D"/>
                </a:solidFill>
                <a:latin typeface="Arial"/>
                <a:ea typeface="Arial"/>
                <a:cs typeface="Arial"/>
              </a:rPr>
              <a:t>HTML / CSS / JS</a:t>
            </a:r>
          </a:p>
          <a:p>
            <a:pPr algn="ctr">
              <a:defRPr sz="1125" b="0">
                <a:solidFill>
                  <a:srgbClr val="23314D"/>
                </a:solidFill>
                <a:latin typeface="Arial"/>
                <a:ea typeface="Arial"/>
                <a:cs typeface="Arial"/>
              </a:defRPr>
            </a:pPr>
            <a:r>
              <a:rPr sz="1125" b="0">
                <a:solidFill>
                  <a:srgbClr val="23314D"/>
                </a:solidFill>
                <a:latin typeface="Arial"/>
                <a:ea typeface="Arial"/>
                <a:cs typeface="Arial"/>
              </a:rPr>
              <a:t>Pannellum UI</a:t>
            </a:r>
          </a:p>
        </p:txBody>
      </p:sp>
      <p:sp>
        <p:nvSpPr>
          <p:cNvPr id="16" name="Rectangle 15">
            <a:extLst>
              <a:ext uri="{FF2B5EF4-FFF2-40B4-BE49-F238E27FC236}">
                <a16:creationId xmlns:a16="http://schemas.microsoft.com/office/drawing/2014/main" id="{3A90713B-AAA0-44D4-9B73-E947F5712A20}"/>
              </a:ext>
            </a:extLst>
          </p:cNvPr>
          <p:cNvSpPr>
            <a:spLocks noGrp="1"/>
          </p:cNvSpPr>
          <p:nvPr/>
        </p:nvSpPr>
        <p:spPr>
          <a:xfrm>
            <a:off x="3143250" y="2000250"/>
            <a:ext cx="2381250" cy="1000125"/>
          </a:xfrm>
          <a:prstGeom prst="rect">
            <a:avLst/>
          </a:prstGeom>
          <a:solidFill>
            <a:srgbClr val="FFF6D8"/>
          </a:solidFill>
          <a:ln w="19050">
            <a:solidFill>
              <a:srgbClr val="FFC515"/>
            </a:solidFill>
            <a:prstDash val="solid"/>
          </a:ln>
        </p:spPr>
        <p:txBody>
          <a:bodyPr/>
          <a:lstStyle/>
          <a:p>
            <a:endParaRPr lang="en-US"/>
          </a:p>
        </p:txBody>
      </p:sp>
      <p:sp>
        <p:nvSpPr>
          <p:cNvPr id="17" name="Rectangle 16">
            <a:extLst>
              <a:ext uri="{FF2B5EF4-FFF2-40B4-BE49-F238E27FC236}">
                <a16:creationId xmlns:a16="http://schemas.microsoft.com/office/drawing/2014/main" id="{2120C9A8-056D-4CE2-BD72-76C70B3D6950}"/>
              </a:ext>
            </a:extLst>
          </p:cNvPr>
          <p:cNvSpPr>
            <a:spLocks noGrp="1"/>
          </p:cNvSpPr>
          <p:nvPr/>
        </p:nvSpPr>
        <p:spPr>
          <a:xfrm>
            <a:off x="3257550" y="2114550"/>
            <a:ext cx="2152650" cy="304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350" b="1">
                <a:solidFill>
                  <a:srgbClr val="FFC515"/>
                </a:solidFill>
                <a:latin typeface="Arial"/>
                <a:ea typeface="Arial"/>
                <a:cs typeface="Arial"/>
              </a:defRPr>
            </a:pPr>
            <a:r>
              <a:rPr sz="1350" b="1">
                <a:solidFill>
                  <a:srgbClr val="FFC515"/>
                </a:solidFill>
                <a:latin typeface="Arial"/>
                <a:ea typeface="Arial"/>
                <a:cs typeface="Arial"/>
              </a:rPr>
              <a:t>FIREBASE AUTH</a:t>
            </a:r>
          </a:p>
        </p:txBody>
      </p:sp>
      <p:sp>
        <p:nvSpPr>
          <p:cNvPr id="18" name="Rectangle 17">
            <a:extLst>
              <a:ext uri="{FF2B5EF4-FFF2-40B4-BE49-F238E27FC236}">
                <a16:creationId xmlns:a16="http://schemas.microsoft.com/office/drawing/2014/main" id="{866BF3D3-428B-47B7-B632-30F3F83480FA}"/>
              </a:ext>
            </a:extLst>
          </p:cNvPr>
          <p:cNvSpPr>
            <a:spLocks noGrp="1"/>
          </p:cNvSpPr>
          <p:nvPr/>
        </p:nvSpPr>
        <p:spPr>
          <a:xfrm>
            <a:off x="3257550" y="2457450"/>
            <a:ext cx="2152650" cy="447675"/>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125" b="0">
                <a:solidFill>
                  <a:srgbClr val="23314D"/>
                </a:solidFill>
                <a:latin typeface="Arial"/>
                <a:ea typeface="Arial"/>
                <a:cs typeface="Arial"/>
              </a:defRPr>
            </a:pPr>
            <a:r>
              <a:rPr sz="1125" b="0">
                <a:solidFill>
                  <a:srgbClr val="23314D"/>
                </a:solidFill>
                <a:latin typeface="Arial"/>
                <a:ea typeface="Arial"/>
                <a:cs typeface="Arial"/>
              </a:rPr>
              <a:t>Đăng nhập và danh tính</a:t>
            </a:r>
          </a:p>
        </p:txBody>
      </p:sp>
      <p:sp>
        <p:nvSpPr>
          <p:cNvPr id="19" name="Rectangle 18">
            <a:extLst>
              <a:ext uri="{FF2B5EF4-FFF2-40B4-BE49-F238E27FC236}">
                <a16:creationId xmlns:a16="http://schemas.microsoft.com/office/drawing/2014/main" id="{90A298A2-5D0B-4867-BF9B-881BCC68112F}"/>
              </a:ext>
            </a:extLst>
          </p:cNvPr>
          <p:cNvSpPr>
            <a:spLocks noGrp="1"/>
          </p:cNvSpPr>
          <p:nvPr/>
        </p:nvSpPr>
        <p:spPr>
          <a:xfrm>
            <a:off x="3143250" y="3333750"/>
            <a:ext cx="2381250" cy="1238250"/>
          </a:xfrm>
          <a:prstGeom prst="rect">
            <a:avLst/>
          </a:prstGeom>
          <a:solidFill>
            <a:srgbClr val="FDEBEC"/>
          </a:solidFill>
          <a:ln w="19050">
            <a:solidFill>
              <a:srgbClr val="E5252A"/>
            </a:solidFill>
            <a:prstDash val="solid"/>
          </a:ln>
        </p:spPr>
        <p:txBody>
          <a:bodyPr/>
          <a:lstStyle/>
          <a:p>
            <a:endParaRPr lang="en-US"/>
          </a:p>
        </p:txBody>
      </p:sp>
      <p:sp>
        <p:nvSpPr>
          <p:cNvPr id="20" name="Rectangle 19">
            <a:extLst>
              <a:ext uri="{FF2B5EF4-FFF2-40B4-BE49-F238E27FC236}">
                <a16:creationId xmlns:a16="http://schemas.microsoft.com/office/drawing/2014/main" id="{803B2F1E-AEC9-4ED1-99FA-8590229C935A}"/>
              </a:ext>
            </a:extLst>
          </p:cNvPr>
          <p:cNvSpPr>
            <a:spLocks noGrp="1"/>
          </p:cNvSpPr>
          <p:nvPr/>
        </p:nvSpPr>
        <p:spPr>
          <a:xfrm>
            <a:off x="3257550" y="3448050"/>
            <a:ext cx="2152650" cy="304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350" b="1">
                <a:solidFill>
                  <a:srgbClr val="E5252A"/>
                </a:solidFill>
                <a:latin typeface="Arial"/>
                <a:ea typeface="Arial"/>
                <a:cs typeface="Arial"/>
              </a:defRPr>
            </a:pPr>
            <a:r>
              <a:rPr sz="1350" b="1">
                <a:solidFill>
                  <a:srgbClr val="E5252A"/>
                </a:solidFill>
                <a:latin typeface="Arial"/>
                <a:ea typeface="Arial"/>
                <a:cs typeface="Arial"/>
              </a:rPr>
              <a:t>FIRESTORE + STORAGE</a:t>
            </a:r>
          </a:p>
        </p:txBody>
      </p:sp>
      <p:sp>
        <p:nvSpPr>
          <p:cNvPr id="21" name="Rectangle 20">
            <a:extLst>
              <a:ext uri="{FF2B5EF4-FFF2-40B4-BE49-F238E27FC236}">
                <a16:creationId xmlns:a16="http://schemas.microsoft.com/office/drawing/2014/main" id="{D32F644A-5927-466E-91C4-1603D15027AC}"/>
              </a:ext>
            </a:extLst>
          </p:cNvPr>
          <p:cNvSpPr>
            <a:spLocks noGrp="1"/>
          </p:cNvSpPr>
          <p:nvPr/>
        </p:nvSpPr>
        <p:spPr>
          <a:xfrm>
            <a:off x="3257550" y="3790950"/>
            <a:ext cx="2152650" cy="685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125" b="0">
                <a:solidFill>
                  <a:srgbClr val="23314D"/>
                </a:solidFill>
                <a:latin typeface="Arial"/>
                <a:ea typeface="Arial"/>
                <a:cs typeface="Arial"/>
              </a:defRPr>
            </a:pPr>
            <a:r>
              <a:rPr sz="1125" b="0">
                <a:solidFill>
                  <a:srgbClr val="23314D"/>
                </a:solidFill>
                <a:latin typeface="Arial"/>
                <a:ea typeface="Arial"/>
                <a:cs typeface="Arial"/>
              </a:rPr>
              <a:t>Tiến trình, hồ sơ,</a:t>
            </a:r>
          </a:p>
          <a:p>
            <a:pPr algn="ctr">
              <a:defRPr sz="1125" b="0">
                <a:solidFill>
                  <a:srgbClr val="23314D"/>
                </a:solidFill>
                <a:latin typeface="Arial"/>
                <a:ea typeface="Arial"/>
                <a:cs typeface="Arial"/>
              </a:defRPr>
            </a:pPr>
            <a:r>
              <a:rPr sz="1125" b="0">
                <a:solidFill>
                  <a:srgbClr val="23314D"/>
                </a:solidFill>
                <a:latin typeface="Arial"/>
                <a:ea typeface="Arial"/>
                <a:cs typeface="Arial"/>
              </a:rPr>
              <a:t>khoảnh khắc, diễn đàn</a:t>
            </a:r>
          </a:p>
        </p:txBody>
      </p:sp>
      <p:sp>
        <p:nvSpPr>
          <p:cNvPr id="22" name="Rectangle 21">
            <a:extLst>
              <a:ext uri="{FF2B5EF4-FFF2-40B4-BE49-F238E27FC236}">
                <a16:creationId xmlns:a16="http://schemas.microsoft.com/office/drawing/2014/main" id="{83778195-D22C-45F6-A92B-31E3B50B80A0}"/>
              </a:ext>
            </a:extLst>
          </p:cNvPr>
          <p:cNvSpPr>
            <a:spLocks noGrp="1"/>
          </p:cNvSpPr>
          <p:nvPr/>
        </p:nvSpPr>
        <p:spPr>
          <a:xfrm>
            <a:off x="6334125" y="2667000"/>
            <a:ext cx="2381250" cy="1190625"/>
          </a:xfrm>
          <a:prstGeom prst="rect">
            <a:avLst/>
          </a:prstGeom>
          <a:solidFill>
            <a:srgbClr val="EEF1F7"/>
          </a:solidFill>
          <a:ln w="19050">
            <a:solidFill>
              <a:srgbClr val="101C38"/>
            </a:solidFill>
            <a:prstDash val="solid"/>
          </a:ln>
        </p:spPr>
        <p:txBody>
          <a:bodyPr/>
          <a:lstStyle/>
          <a:p>
            <a:endParaRPr lang="en-US"/>
          </a:p>
        </p:txBody>
      </p:sp>
      <p:sp>
        <p:nvSpPr>
          <p:cNvPr id="23" name="Rectangle 22">
            <a:extLst>
              <a:ext uri="{FF2B5EF4-FFF2-40B4-BE49-F238E27FC236}">
                <a16:creationId xmlns:a16="http://schemas.microsoft.com/office/drawing/2014/main" id="{E2FAF91C-2B56-439A-9D9A-5D74BD7E5E2F}"/>
              </a:ext>
            </a:extLst>
          </p:cNvPr>
          <p:cNvSpPr>
            <a:spLocks noGrp="1"/>
          </p:cNvSpPr>
          <p:nvPr/>
        </p:nvSpPr>
        <p:spPr>
          <a:xfrm>
            <a:off x="6448425" y="2781300"/>
            <a:ext cx="2152650" cy="304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350" b="1">
                <a:solidFill>
                  <a:srgbClr val="101C38"/>
                </a:solidFill>
                <a:latin typeface="Arial"/>
                <a:ea typeface="Arial"/>
                <a:cs typeface="Arial"/>
              </a:defRPr>
            </a:pPr>
            <a:r>
              <a:rPr sz="1350" b="1">
                <a:solidFill>
                  <a:srgbClr val="101C38"/>
                </a:solidFill>
                <a:latin typeface="Arial"/>
                <a:ea typeface="Arial"/>
                <a:cs typeface="Arial"/>
              </a:rPr>
              <a:t>CLOUD FUNCTIONS</a:t>
            </a:r>
          </a:p>
        </p:txBody>
      </p:sp>
      <p:sp>
        <p:nvSpPr>
          <p:cNvPr id="24" name="Rectangle 23">
            <a:extLst>
              <a:ext uri="{FF2B5EF4-FFF2-40B4-BE49-F238E27FC236}">
                <a16:creationId xmlns:a16="http://schemas.microsoft.com/office/drawing/2014/main" id="{CDA1D72D-A5AA-4AC4-BD8C-F7B3FEC08B1E}"/>
              </a:ext>
            </a:extLst>
          </p:cNvPr>
          <p:cNvSpPr>
            <a:spLocks noGrp="1"/>
          </p:cNvSpPr>
          <p:nvPr/>
        </p:nvSpPr>
        <p:spPr>
          <a:xfrm>
            <a:off x="6448425" y="3124200"/>
            <a:ext cx="2152650" cy="638175"/>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125" b="0">
                <a:solidFill>
                  <a:srgbClr val="23314D"/>
                </a:solidFill>
                <a:latin typeface="Arial"/>
                <a:ea typeface="Arial"/>
                <a:cs typeface="Arial"/>
              </a:defRPr>
            </a:pPr>
            <a:r>
              <a:rPr sz="1125" b="0">
                <a:solidFill>
                  <a:srgbClr val="23314D"/>
                </a:solidFill>
                <a:latin typeface="Arial"/>
                <a:ea typeface="Arial"/>
                <a:cs typeface="Arial"/>
              </a:rPr>
              <a:t>chatGuide</a:t>
            </a:r>
          </a:p>
          <a:p>
            <a:pPr algn="ctr">
              <a:defRPr sz="1125" b="0">
                <a:solidFill>
                  <a:srgbClr val="23314D"/>
                </a:solidFill>
                <a:latin typeface="Arial"/>
                <a:ea typeface="Arial"/>
                <a:cs typeface="Arial"/>
              </a:defRPr>
            </a:pPr>
            <a:r>
              <a:rPr sz="1125" b="0">
                <a:solidFill>
                  <a:srgbClr val="23314D"/>
                </a:solidFill>
                <a:latin typeface="Arial"/>
                <a:ea typeface="Arial"/>
                <a:cs typeface="Arial"/>
              </a:rPr>
              <a:t>Kiểm tra ngữ cảnh và secret</a:t>
            </a:r>
          </a:p>
        </p:txBody>
      </p:sp>
      <p:sp>
        <p:nvSpPr>
          <p:cNvPr id="25" name="Rectangle 24">
            <a:extLst>
              <a:ext uri="{FF2B5EF4-FFF2-40B4-BE49-F238E27FC236}">
                <a16:creationId xmlns:a16="http://schemas.microsoft.com/office/drawing/2014/main" id="{3416B298-46B2-4E22-9AC9-67E5D074AC8E}"/>
              </a:ext>
            </a:extLst>
          </p:cNvPr>
          <p:cNvSpPr>
            <a:spLocks noGrp="1"/>
          </p:cNvSpPr>
          <p:nvPr/>
        </p:nvSpPr>
        <p:spPr>
          <a:xfrm>
            <a:off x="9525000" y="2667000"/>
            <a:ext cx="2000250" cy="1190625"/>
          </a:xfrm>
          <a:prstGeom prst="rect">
            <a:avLst/>
          </a:prstGeom>
          <a:solidFill>
            <a:srgbClr val="EAF2FF"/>
          </a:solidFill>
          <a:ln w="19050">
            <a:solidFill>
              <a:srgbClr val="0964E8"/>
            </a:solidFill>
            <a:prstDash val="solid"/>
          </a:ln>
        </p:spPr>
        <p:txBody>
          <a:bodyPr/>
          <a:lstStyle/>
          <a:p>
            <a:endParaRPr lang="en-US"/>
          </a:p>
        </p:txBody>
      </p:sp>
      <p:sp>
        <p:nvSpPr>
          <p:cNvPr id="26" name="Rectangle 25">
            <a:extLst>
              <a:ext uri="{FF2B5EF4-FFF2-40B4-BE49-F238E27FC236}">
                <a16:creationId xmlns:a16="http://schemas.microsoft.com/office/drawing/2014/main" id="{55A30D27-963D-4EEE-91AA-EAFF4D37D314}"/>
              </a:ext>
            </a:extLst>
          </p:cNvPr>
          <p:cNvSpPr>
            <a:spLocks noGrp="1"/>
          </p:cNvSpPr>
          <p:nvPr/>
        </p:nvSpPr>
        <p:spPr>
          <a:xfrm>
            <a:off x="9639300" y="2781300"/>
            <a:ext cx="1771650" cy="3048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350" b="1">
                <a:solidFill>
                  <a:srgbClr val="0964E8"/>
                </a:solidFill>
                <a:latin typeface="Arial"/>
                <a:ea typeface="Arial"/>
                <a:cs typeface="Arial"/>
              </a:defRPr>
            </a:pPr>
            <a:r>
              <a:rPr sz="1350" b="1">
                <a:solidFill>
                  <a:srgbClr val="0964E8"/>
                </a:solidFill>
                <a:latin typeface="Arial"/>
                <a:ea typeface="Arial"/>
                <a:cs typeface="Arial"/>
              </a:rPr>
              <a:t>GEMINI API</a:t>
            </a:r>
          </a:p>
        </p:txBody>
      </p:sp>
      <p:sp>
        <p:nvSpPr>
          <p:cNvPr id="27" name="Rectangle 26">
            <a:extLst>
              <a:ext uri="{FF2B5EF4-FFF2-40B4-BE49-F238E27FC236}">
                <a16:creationId xmlns:a16="http://schemas.microsoft.com/office/drawing/2014/main" id="{48068753-0909-498A-BD35-66F5706AFB2F}"/>
              </a:ext>
            </a:extLst>
          </p:cNvPr>
          <p:cNvSpPr>
            <a:spLocks noGrp="1"/>
          </p:cNvSpPr>
          <p:nvPr/>
        </p:nvSpPr>
        <p:spPr>
          <a:xfrm>
            <a:off x="9639300" y="3124200"/>
            <a:ext cx="1771650" cy="638175"/>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1125" b="0">
                <a:solidFill>
                  <a:srgbClr val="23314D"/>
                </a:solidFill>
                <a:latin typeface="Arial"/>
                <a:ea typeface="Arial"/>
                <a:cs typeface="Arial"/>
              </a:defRPr>
            </a:pPr>
            <a:r>
              <a:rPr sz="1125" b="0">
                <a:solidFill>
                  <a:srgbClr val="23314D"/>
                </a:solidFill>
                <a:latin typeface="Arial"/>
                <a:ea typeface="Arial"/>
                <a:cs typeface="Arial"/>
              </a:rPr>
              <a:t>Phản hồi hướng dẫn</a:t>
            </a:r>
          </a:p>
          <a:p>
            <a:pPr algn="ctr">
              <a:defRPr sz="1125" b="0">
                <a:solidFill>
                  <a:srgbClr val="23314D"/>
                </a:solidFill>
                <a:latin typeface="Arial"/>
                <a:ea typeface="Arial"/>
                <a:cs typeface="Arial"/>
              </a:defRPr>
            </a:pPr>
            <a:r>
              <a:rPr sz="1125" b="0">
                <a:solidFill>
                  <a:srgbClr val="23314D"/>
                </a:solidFill>
                <a:latin typeface="Arial"/>
                <a:ea typeface="Arial"/>
                <a:cs typeface="Arial"/>
              </a:rPr>
              <a:t>theo ngôn ngữ và chặng</a:t>
            </a:r>
          </a:p>
        </p:txBody>
      </p:sp>
      <p:sp>
        <p:nvSpPr>
          <p:cNvPr id="28" name="Rectangle 27">
            <a:extLst>
              <a:ext uri="{FF2B5EF4-FFF2-40B4-BE49-F238E27FC236}">
                <a16:creationId xmlns:a16="http://schemas.microsoft.com/office/drawing/2014/main" id="{AD4DB94D-2344-4D4C-B56D-345E0B4BA41F}"/>
              </a:ext>
            </a:extLst>
          </p:cNvPr>
          <p:cNvSpPr>
            <a:spLocks noGrp="1"/>
          </p:cNvSpPr>
          <p:nvPr/>
        </p:nvSpPr>
        <p:spPr>
          <a:xfrm>
            <a:off x="2571750" y="2667000"/>
            <a:ext cx="476250" cy="5715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3150" b="1">
                <a:solidFill>
                  <a:srgbClr val="0964E8"/>
                </a:solidFill>
                <a:latin typeface="Arial"/>
                <a:ea typeface="Arial"/>
                <a:cs typeface="Arial"/>
              </a:defRPr>
            </a:pPr>
            <a:r>
              <a:rPr sz="3150" b="1">
                <a:solidFill>
                  <a:srgbClr val="0964E8"/>
                </a:solidFill>
                <a:latin typeface="Arial"/>
                <a:ea typeface="Arial"/>
                <a:cs typeface="Arial"/>
              </a:rPr>
              <a:t>→</a:t>
            </a:r>
          </a:p>
        </p:txBody>
      </p:sp>
      <p:sp>
        <p:nvSpPr>
          <p:cNvPr id="29" name="Rectangle 28">
            <a:extLst>
              <a:ext uri="{FF2B5EF4-FFF2-40B4-BE49-F238E27FC236}">
                <a16:creationId xmlns:a16="http://schemas.microsoft.com/office/drawing/2014/main" id="{CD861E61-FDFF-4827-8930-96DA2D0EF7E5}"/>
              </a:ext>
            </a:extLst>
          </p:cNvPr>
          <p:cNvSpPr>
            <a:spLocks noGrp="1"/>
          </p:cNvSpPr>
          <p:nvPr/>
        </p:nvSpPr>
        <p:spPr>
          <a:xfrm>
            <a:off x="2571750" y="3714750"/>
            <a:ext cx="476250" cy="5715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3150" b="1">
                <a:solidFill>
                  <a:srgbClr val="E5252A"/>
                </a:solidFill>
                <a:latin typeface="Arial"/>
                <a:ea typeface="Arial"/>
                <a:cs typeface="Arial"/>
              </a:defRPr>
            </a:pPr>
            <a:r>
              <a:rPr sz="3150" b="1">
                <a:solidFill>
                  <a:srgbClr val="E5252A"/>
                </a:solidFill>
                <a:latin typeface="Arial"/>
                <a:ea typeface="Arial"/>
                <a:cs typeface="Arial"/>
              </a:rPr>
              <a:t>→</a:t>
            </a:r>
          </a:p>
        </p:txBody>
      </p:sp>
      <p:sp>
        <p:nvSpPr>
          <p:cNvPr id="30" name="Rectangle 29">
            <a:extLst>
              <a:ext uri="{FF2B5EF4-FFF2-40B4-BE49-F238E27FC236}">
                <a16:creationId xmlns:a16="http://schemas.microsoft.com/office/drawing/2014/main" id="{B9AA35D4-C99C-47C9-A526-21439DAE8A39}"/>
              </a:ext>
            </a:extLst>
          </p:cNvPr>
          <p:cNvSpPr>
            <a:spLocks noGrp="1"/>
          </p:cNvSpPr>
          <p:nvPr/>
        </p:nvSpPr>
        <p:spPr>
          <a:xfrm>
            <a:off x="5667375" y="2971800"/>
            <a:ext cx="523875" cy="5715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3150" b="1">
                <a:solidFill>
                  <a:srgbClr val="101C38"/>
                </a:solidFill>
                <a:latin typeface="Arial"/>
                <a:ea typeface="Arial"/>
                <a:cs typeface="Arial"/>
              </a:defRPr>
            </a:pPr>
            <a:r>
              <a:rPr sz="3150" b="1">
                <a:solidFill>
                  <a:srgbClr val="101C38"/>
                </a:solidFill>
                <a:latin typeface="Arial"/>
                <a:ea typeface="Arial"/>
                <a:cs typeface="Arial"/>
              </a:rPr>
              <a:t>→</a:t>
            </a:r>
          </a:p>
        </p:txBody>
      </p:sp>
      <p:sp>
        <p:nvSpPr>
          <p:cNvPr id="31" name="Rectangle 30">
            <a:extLst>
              <a:ext uri="{FF2B5EF4-FFF2-40B4-BE49-F238E27FC236}">
                <a16:creationId xmlns:a16="http://schemas.microsoft.com/office/drawing/2014/main" id="{C14A5F8F-D9AD-4BA8-9C32-E6CD5EBF3DE0}"/>
              </a:ext>
            </a:extLst>
          </p:cNvPr>
          <p:cNvSpPr>
            <a:spLocks noGrp="1"/>
          </p:cNvSpPr>
          <p:nvPr/>
        </p:nvSpPr>
        <p:spPr>
          <a:xfrm>
            <a:off x="8858250" y="2971800"/>
            <a:ext cx="523875" cy="571500"/>
          </a:xfrm>
          <a:prstGeom prst="rect">
            <a:avLst/>
          </a:prstGeom>
          <a:solidFill>
            <a:srgbClr val="000000">
              <a:alpha val="0"/>
            </a:srgbClr>
          </a:solidFill>
          <a:ln w="0">
            <a:solidFill>
              <a:srgbClr val="000000">
                <a:alpha val="0"/>
              </a:srgbClr>
            </a:solidFill>
            <a:prstDash val="solid"/>
          </a:ln>
        </p:spPr>
        <p:txBody>
          <a:bodyPr lIns="95250" tIns="76200" rIns="95250" bIns="76200" anchor="ctr"/>
          <a:lstStyle/>
          <a:p>
            <a:pPr algn="ctr">
              <a:defRPr sz="3150" b="1">
                <a:solidFill>
                  <a:srgbClr val="0964E8"/>
                </a:solidFill>
                <a:latin typeface="Arial"/>
                <a:ea typeface="Arial"/>
                <a:cs typeface="Arial"/>
              </a:defRPr>
            </a:pPr>
            <a:r>
              <a:rPr sz="3150" b="1">
                <a:solidFill>
                  <a:srgbClr val="0964E8"/>
                </a:solidFill>
                <a:latin typeface="Arial"/>
                <a:ea typeface="Arial"/>
                <a:cs typeface="Arial"/>
              </a:rPr>
              <a:t>→</a:t>
            </a:r>
          </a:p>
        </p:txBody>
      </p:sp>
      <p:sp>
        <p:nvSpPr>
          <p:cNvPr id="32" name="Rectangle 31">
            <a:extLst>
              <a:ext uri="{FF2B5EF4-FFF2-40B4-BE49-F238E27FC236}">
                <a16:creationId xmlns:a16="http://schemas.microsoft.com/office/drawing/2014/main" id="{42B09F1B-694F-4C00-A4D7-E3280326E128}"/>
              </a:ext>
            </a:extLst>
          </p:cNvPr>
          <p:cNvSpPr>
            <a:spLocks noGrp="1"/>
          </p:cNvSpPr>
          <p:nvPr/>
        </p:nvSpPr>
        <p:spPr>
          <a:xfrm>
            <a:off x="2857500" y="4857750"/>
            <a:ext cx="3000375" cy="400050"/>
          </a:xfrm>
          <a:prstGeom prst="rect">
            <a:avLst/>
          </a:prstGeom>
          <a:solidFill>
            <a:srgbClr val="FDEBEC"/>
          </a:solidFill>
          <a:ln w="0">
            <a:solidFill>
              <a:srgbClr val="000000">
                <a:alpha val="0"/>
              </a:srgbClr>
            </a:solidFill>
            <a:prstDash val="solid"/>
          </a:ln>
        </p:spPr>
        <p:txBody>
          <a:bodyPr lIns="95250" tIns="76200" rIns="95250" bIns="76200" anchor="ctr"/>
          <a:lstStyle/>
          <a:p>
            <a:pPr algn="ctr">
              <a:defRPr sz="1125" b="1">
                <a:solidFill>
                  <a:srgbClr val="E5252A"/>
                </a:solidFill>
                <a:latin typeface="Arial"/>
                <a:ea typeface="Arial"/>
                <a:cs typeface="Arial"/>
              </a:defRPr>
            </a:pPr>
            <a:r>
              <a:rPr sz="1125" b="1">
                <a:solidFill>
                  <a:srgbClr val="E5252A"/>
                </a:solidFill>
                <a:latin typeface="Arial"/>
                <a:ea typeface="Arial"/>
                <a:cs typeface="Arial"/>
              </a:rPr>
              <a:t>Đồng bộ tiến trình &amp; nội dung cộng đồng</a:t>
            </a:r>
          </a:p>
        </p:txBody>
      </p:sp>
      <p:sp>
        <p:nvSpPr>
          <p:cNvPr id="33" name="Rectangle 32">
            <a:extLst>
              <a:ext uri="{FF2B5EF4-FFF2-40B4-BE49-F238E27FC236}">
                <a16:creationId xmlns:a16="http://schemas.microsoft.com/office/drawing/2014/main" id="{C7E39CA4-AAFF-44DE-8C58-26A9EF9ABAF2}"/>
              </a:ext>
            </a:extLst>
          </p:cNvPr>
          <p:cNvSpPr>
            <a:spLocks noGrp="1"/>
          </p:cNvSpPr>
          <p:nvPr/>
        </p:nvSpPr>
        <p:spPr>
          <a:xfrm>
            <a:off x="6667500" y="4857750"/>
            <a:ext cx="4429125" cy="400050"/>
          </a:xfrm>
          <a:prstGeom prst="rect">
            <a:avLst/>
          </a:prstGeom>
          <a:solidFill>
            <a:srgbClr val="EEF1F7"/>
          </a:solidFill>
          <a:ln w="0">
            <a:solidFill>
              <a:srgbClr val="000000">
                <a:alpha val="0"/>
              </a:srgbClr>
            </a:solidFill>
            <a:prstDash val="solid"/>
          </a:ln>
        </p:spPr>
        <p:txBody>
          <a:bodyPr lIns="95250" tIns="76200" rIns="95250" bIns="76200" anchor="ctr"/>
          <a:lstStyle/>
          <a:p>
            <a:pPr algn="ctr">
              <a:defRPr sz="1125" b="1">
                <a:solidFill>
                  <a:srgbClr val="101C38"/>
                </a:solidFill>
                <a:latin typeface="Arial"/>
                <a:ea typeface="Arial"/>
                <a:cs typeface="Arial"/>
              </a:defRPr>
            </a:pPr>
            <a:r>
              <a:rPr sz="1125" b="1">
                <a:solidFill>
                  <a:srgbClr val="101C38"/>
                </a:solidFill>
                <a:latin typeface="Arial"/>
                <a:ea typeface="Arial"/>
                <a:cs typeface="Arial"/>
              </a:rPr>
              <a:t>API key không xuất hiện ở frontend</a:t>
            </a:r>
          </a:p>
        </p:txBody>
      </p:sp>
    </p:spTree>
    <p:extLst>
      <p:ext uri="{BB962C8B-B14F-4D97-AF65-F5344CB8AC3E}">
        <p14:creationId xmlns:p14="http://schemas.microsoft.com/office/powerpoint/2010/main" val="372976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72E2844-5563-4FFB-CFAA-B2A641AC985B}"/>
              </a:ext>
            </a:extLst>
          </p:cNvPr>
          <p:cNvSpPr>
            <a:spLocks noGrp="1"/>
          </p:cNvSpPr>
          <p:nvPr/>
        </p:nvSpPr>
        <p:spPr>
          <a:xfrm>
            <a:off x="10092581" y="382888"/>
            <a:ext cx="1718419" cy="184666"/>
          </a:xfrm>
          <a:prstGeom prst="rect">
            <a:avLst/>
          </a:prstGeom>
          <a:noFill/>
        </p:spPr>
        <p:txBody>
          <a:bodyPr wrap="none" lIns="0" tIns="0" rIns="0" bIns="0">
            <a:spAutoFit/>
          </a:bodyPr>
          <a:lstStyle/>
          <a:p>
            <a:pPr algn="r">
              <a:buNone/>
            </a:pPr>
            <a:r>
              <a:rPr sz="1200">
                <a:solidFill>
                  <a:srgbClr val="FBCF16"/>
                </a:solidFill>
                <a:latin typeface="UTM Colossalis"/>
                <a:ea typeface="UTM Colossalis"/>
                <a:cs typeface="UTM Colossalis"/>
              </a:rPr>
              <a:t>[TÊN ĐỘI]</a:t>
            </a:r>
          </a:p>
        </p:txBody>
      </p:sp>
      <p:sp>
        <p:nvSpPr>
          <p:cNvPr id="9" name="TextBox 8">
            <a:extLst>
              <a:ext uri="{FF2B5EF4-FFF2-40B4-BE49-F238E27FC236}">
                <a16:creationId xmlns:a16="http://schemas.microsoft.com/office/drawing/2014/main" id="{B0D4E764-D4AE-F006-E93C-DC772913BB92}"/>
              </a:ext>
            </a:extLst>
          </p:cNvPr>
          <p:cNvSpPr>
            <a:spLocks noGrp="1"/>
          </p:cNvSpPr>
          <p:nvPr/>
        </p:nvSpPr>
        <p:spPr>
          <a:xfrm>
            <a:off x="8686800" y="152400"/>
            <a:ext cx="3124200" cy="215444"/>
          </a:xfrm>
          <a:prstGeom prst="rect">
            <a:avLst/>
          </a:prstGeom>
          <a:noFill/>
        </p:spPr>
        <p:txBody>
          <a:bodyPr wrap="square" lIns="0" tIns="0" rIns="0" bIns="0">
            <a:spAutoFit/>
          </a:bodyPr>
          <a:lstStyle/>
          <a:p>
            <a:pPr algn="r">
              <a:buNone/>
            </a:pPr>
            <a:r>
              <a:rPr sz="1400">
                <a:solidFill>
                  <a:srgbClr val="DA2428"/>
                </a:solidFill>
                <a:latin typeface="UTM Swiss 721 Black Condensed"/>
                <a:ea typeface="UTM Swiss 721 Black Condensed"/>
                <a:cs typeface="UTM Swiss 721 Black Condensed"/>
              </a:rPr>
              <a:t>VKU 360 QUEST</a:t>
            </a:r>
          </a:p>
        </p:txBody>
      </p:sp>
      <p:sp>
        <p:nvSpPr>
          <p:cNvPr id="11" name="TextBox 10">
            <a:extLst>
              <a:ext uri="{FF2B5EF4-FFF2-40B4-BE49-F238E27FC236}">
                <a16:creationId xmlns:a16="http://schemas.microsoft.com/office/drawing/2014/main" id="{C6413114-FAAA-88B7-E998-8920FF5B8E90}"/>
              </a:ext>
            </a:extLst>
          </p:cNvPr>
          <p:cNvSpPr>
            <a:spLocks noGrp="1"/>
          </p:cNvSpPr>
          <p:nvPr/>
        </p:nvSpPr>
        <p:spPr>
          <a:xfrm>
            <a:off x="381000" y="762000"/>
            <a:ext cx="2144818" cy="276999"/>
          </a:xfrm>
          <a:prstGeom prst="rect">
            <a:avLst/>
          </a:prstGeom>
          <a:noFill/>
        </p:spPr>
        <p:txBody>
          <a:bodyPr wrap="none" lIns="0" tIns="0" rIns="0" bIns="0">
            <a:spAutoFit/>
          </a:bodyPr>
          <a:lstStyle/>
          <a:p>
            <a:pPr algn="l">
              <a:buNone/>
            </a:pPr>
            <a:r>
              <a:rPr dirty="0">
                <a:solidFill>
                  <a:srgbClr val="DA2428"/>
                </a:solidFill>
                <a:latin typeface="Times New Roman" panose="02020603050405020304" pitchFamily="18" charset="0"/>
                <a:ea typeface="UTM Colossalis"/>
                <a:cs typeface="Times New Roman" panose="02020603050405020304" pitchFamily="18" charset="0"/>
              </a:rPr>
              <a:t>7. DEMO SẢN PHẨM</a:t>
            </a:r>
          </a:p>
        </p:txBody>
      </p:sp>
      <p:sp>
        <p:nvSpPr>
          <p:cNvPr id="2" name="TextBox 1">
            <a:extLst>
              <a:ext uri="{FF2B5EF4-FFF2-40B4-BE49-F238E27FC236}">
                <a16:creationId xmlns:a16="http://schemas.microsoft.com/office/drawing/2014/main" id="{970172AB-3AD3-F883-9288-1BD7927828A5}"/>
              </a:ext>
            </a:extLst>
          </p:cNvPr>
          <p:cNvSpPr>
            <a:spLocks noGrp="1"/>
          </p:cNvSpPr>
          <p:nvPr/>
        </p:nvSpPr>
        <p:spPr>
          <a:xfrm>
            <a:off x="3048000" y="759823"/>
            <a:ext cx="2537233" cy="276999"/>
          </a:xfrm>
          <a:prstGeom prst="rect">
            <a:avLst/>
          </a:prstGeom>
          <a:noFill/>
        </p:spPr>
        <p:txBody>
          <a:bodyPr wrap="none" lIns="0" tIns="0" rIns="0" bIns="0">
            <a:spAutoFit/>
          </a:bodyPr>
          <a:lstStyle/>
          <a:p>
            <a:pPr algn="l">
              <a:buNone/>
            </a:pPr>
            <a:r>
              <a:rPr dirty="0">
                <a:solidFill>
                  <a:srgbClr val="0063EC"/>
                </a:solidFill>
                <a:latin typeface="Times New Roman" panose="02020603050405020304" pitchFamily="18" charset="0"/>
                <a:ea typeface="Montserrat Light"/>
                <a:cs typeface="Times New Roman" panose="02020603050405020304" pitchFamily="18" charset="0"/>
              </a:rPr>
              <a:t>TRÌNH DIỄN TRỰC TIẾP</a:t>
            </a:r>
          </a:p>
        </p:txBody>
      </p:sp>
      <p:sp>
        <p:nvSpPr>
          <p:cNvPr id="12" name="Rectangle 11">
            <a:extLst>
              <a:ext uri="{FF2B5EF4-FFF2-40B4-BE49-F238E27FC236}">
                <a16:creationId xmlns:a16="http://schemas.microsoft.com/office/drawing/2014/main" id="{9C62A1E1-CD8E-495C-B267-02F286E1F00A}"/>
              </a:ext>
            </a:extLst>
          </p:cNvPr>
          <p:cNvSpPr>
            <a:spLocks noGrp="1"/>
          </p:cNvSpPr>
          <p:nvPr/>
        </p:nvSpPr>
        <p:spPr>
          <a:xfrm>
            <a:off x="447675" y="1352550"/>
            <a:ext cx="5391150" cy="1790700"/>
          </a:xfrm>
          <a:prstGeom prst="rect">
            <a:avLst/>
          </a:prstGeom>
          <a:solidFill>
            <a:srgbClr val="000000">
              <a:alpha val="0"/>
            </a:srgbClr>
          </a:solidFill>
          <a:ln w="19050">
            <a:solidFill>
              <a:srgbClr val="0964E8"/>
            </a:solidFill>
            <a:prstDash val="solid"/>
          </a:ln>
        </p:spPr>
        <p:txBody>
          <a:bodyPr/>
          <a:lstStyle/>
          <a:p>
            <a:endParaRPr lang="en-US"/>
          </a:p>
        </p:txBody>
      </p:sp>
      <p:pic>
        <p:nvPicPr>
          <p:cNvPr id="14" name="Picture 13"/>
          <p:cNvPicPr>
            <a:picLocks noChangeAspect="1"/>
          </p:cNvPicPr>
          <p:nvPr/>
        </p:nvPicPr>
        <p:blipFill>
          <a:blip r:embed="rId4"/>
          <a:srcRect t="21111" b="21111"/>
          <a:stretch>
            <a:fillRect/>
          </a:stretch>
        </p:blipFill>
        <p:spPr>
          <a:xfrm>
            <a:off x="476250" y="1381125"/>
            <a:ext cx="5334000" cy="1733550"/>
          </a:xfrm>
          <a:prstGeom prst="rect">
            <a:avLst/>
          </a:prstGeom>
        </p:spPr>
      </p:pic>
      <p:sp>
        <p:nvSpPr>
          <p:cNvPr id="3" name="Rectangle 2">
            <a:extLst>
              <a:ext uri="{FF2B5EF4-FFF2-40B4-BE49-F238E27FC236}">
                <a16:creationId xmlns:a16="http://schemas.microsoft.com/office/drawing/2014/main" id="{6AC59619-AAAA-47B9-87B4-A72CA656C3C3}"/>
              </a:ext>
            </a:extLst>
          </p:cNvPr>
          <p:cNvSpPr>
            <a:spLocks noGrp="1"/>
          </p:cNvSpPr>
          <p:nvPr/>
        </p:nvSpPr>
        <p:spPr>
          <a:xfrm>
            <a:off x="590550" y="3152775"/>
            <a:ext cx="5105400" cy="285750"/>
          </a:xfrm>
          <a:prstGeom prst="rect">
            <a:avLst/>
          </a:prstGeom>
          <a:solidFill>
            <a:srgbClr val="101C38"/>
          </a:solidFill>
          <a:ln w="0">
            <a:solidFill>
              <a:srgbClr val="000000">
                <a:alpha val="0"/>
              </a:srgbClr>
            </a:solidFill>
            <a:prstDash val="solid"/>
          </a:ln>
        </p:spPr>
        <p:txBody>
          <a:bodyPr lIns="57150" tIns="19050" rIns="57150" bIns="19050" anchor="ct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01 · TRANG CHỦ</a:t>
            </a:r>
          </a:p>
        </p:txBody>
      </p:sp>
      <p:sp>
        <p:nvSpPr>
          <p:cNvPr id="15" name="Rectangle 14">
            <a:extLst>
              <a:ext uri="{FF2B5EF4-FFF2-40B4-BE49-F238E27FC236}">
                <a16:creationId xmlns:a16="http://schemas.microsoft.com/office/drawing/2014/main" id="{98E770A5-3FFC-482D-B600-52B95C075147}"/>
              </a:ext>
            </a:extLst>
          </p:cNvPr>
          <p:cNvSpPr>
            <a:spLocks noGrp="1"/>
          </p:cNvSpPr>
          <p:nvPr/>
        </p:nvSpPr>
        <p:spPr>
          <a:xfrm>
            <a:off x="6353175" y="1352550"/>
            <a:ext cx="5391150" cy="1790700"/>
          </a:xfrm>
          <a:prstGeom prst="rect">
            <a:avLst/>
          </a:prstGeom>
          <a:solidFill>
            <a:srgbClr val="000000">
              <a:alpha val="0"/>
            </a:srgbClr>
          </a:solidFill>
          <a:ln w="19050">
            <a:solidFill>
              <a:srgbClr val="0964E8"/>
            </a:solidFill>
            <a:prstDash val="solid"/>
          </a:ln>
        </p:spPr>
        <p:txBody>
          <a:bodyPr/>
          <a:lstStyle/>
          <a:p>
            <a:endParaRPr lang="en-US"/>
          </a:p>
        </p:txBody>
      </p:sp>
      <p:pic>
        <p:nvPicPr>
          <p:cNvPr id="17" name="Picture 16"/>
          <p:cNvPicPr>
            <a:picLocks noChangeAspect="1"/>
          </p:cNvPicPr>
          <p:nvPr/>
        </p:nvPicPr>
        <p:blipFill>
          <a:blip r:embed="rId5"/>
          <a:srcRect t="21111" b="21111"/>
          <a:stretch>
            <a:fillRect/>
          </a:stretch>
        </p:blipFill>
        <p:spPr>
          <a:xfrm>
            <a:off x="6381750" y="1381125"/>
            <a:ext cx="5334000" cy="1733550"/>
          </a:xfrm>
          <a:prstGeom prst="rect">
            <a:avLst/>
          </a:prstGeom>
        </p:spPr>
      </p:pic>
      <p:sp>
        <p:nvSpPr>
          <p:cNvPr id="4" name="Rectangle 3">
            <a:extLst>
              <a:ext uri="{FF2B5EF4-FFF2-40B4-BE49-F238E27FC236}">
                <a16:creationId xmlns:a16="http://schemas.microsoft.com/office/drawing/2014/main" id="{2E089153-6779-42A6-88B5-13DE6A2BF2B8}"/>
              </a:ext>
            </a:extLst>
          </p:cNvPr>
          <p:cNvSpPr>
            <a:spLocks noGrp="1"/>
          </p:cNvSpPr>
          <p:nvPr/>
        </p:nvSpPr>
        <p:spPr>
          <a:xfrm>
            <a:off x="6496050" y="3152775"/>
            <a:ext cx="5105400" cy="285750"/>
          </a:xfrm>
          <a:prstGeom prst="rect">
            <a:avLst/>
          </a:prstGeom>
          <a:solidFill>
            <a:srgbClr val="101C38"/>
          </a:solidFill>
          <a:ln w="0">
            <a:solidFill>
              <a:srgbClr val="000000">
                <a:alpha val="0"/>
              </a:srgbClr>
            </a:solidFill>
            <a:prstDash val="solid"/>
          </a:ln>
        </p:spPr>
        <p:txBody>
          <a:bodyPr lIns="57150" tIns="19050" rIns="57150" bIns="19050" anchor="ct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02 · TOUR 360°</a:t>
            </a:r>
          </a:p>
        </p:txBody>
      </p:sp>
      <p:sp>
        <p:nvSpPr>
          <p:cNvPr id="18" name="Rectangle 17">
            <a:extLst>
              <a:ext uri="{FF2B5EF4-FFF2-40B4-BE49-F238E27FC236}">
                <a16:creationId xmlns:a16="http://schemas.microsoft.com/office/drawing/2014/main" id="{C569109D-F539-49F3-BEEA-64AFF4178045}"/>
              </a:ext>
            </a:extLst>
          </p:cNvPr>
          <p:cNvSpPr>
            <a:spLocks noGrp="1"/>
          </p:cNvSpPr>
          <p:nvPr/>
        </p:nvSpPr>
        <p:spPr>
          <a:xfrm>
            <a:off x="447675" y="3924300"/>
            <a:ext cx="5391150" cy="1504950"/>
          </a:xfrm>
          <a:prstGeom prst="rect">
            <a:avLst/>
          </a:prstGeom>
          <a:solidFill>
            <a:srgbClr val="000000">
              <a:alpha val="0"/>
            </a:srgbClr>
          </a:solidFill>
          <a:ln w="19050">
            <a:solidFill>
              <a:srgbClr val="0964E8"/>
            </a:solidFill>
            <a:prstDash val="solid"/>
          </a:ln>
        </p:spPr>
        <p:txBody>
          <a:bodyPr/>
          <a:lstStyle/>
          <a:p>
            <a:endParaRPr lang="en-US"/>
          </a:p>
        </p:txBody>
      </p:sp>
      <p:pic>
        <p:nvPicPr>
          <p:cNvPr id="20" name="Picture 19"/>
          <p:cNvPicPr>
            <a:picLocks noChangeAspect="1"/>
          </p:cNvPicPr>
          <p:nvPr/>
        </p:nvPicPr>
        <p:blipFill>
          <a:blip r:embed="rId6"/>
          <a:srcRect t="29653" b="29653"/>
          <a:stretch>
            <a:fillRect/>
          </a:stretch>
        </p:blipFill>
        <p:spPr>
          <a:xfrm>
            <a:off x="476250" y="3952875"/>
            <a:ext cx="5334000" cy="1447800"/>
          </a:xfrm>
          <a:prstGeom prst="rect">
            <a:avLst/>
          </a:prstGeom>
        </p:spPr>
      </p:pic>
      <p:sp>
        <p:nvSpPr>
          <p:cNvPr id="5" name="Rectangle 4">
            <a:extLst>
              <a:ext uri="{FF2B5EF4-FFF2-40B4-BE49-F238E27FC236}">
                <a16:creationId xmlns:a16="http://schemas.microsoft.com/office/drawing/2014/main" id="{729F5637-A899-498A-8C26-E375672DC195}"/>
              </a:ext>
            </a:extLst>
          </p:cNvPr>
          <p:cNvSpPr>
            <a:spLocks noGrp="1"/>
          </p:cNvSpPr>
          <p:nvPr/>
        </p:nvSpPr>
        <p:spPr>
          <a:xfrm>
            <a:off x="590550" y="5438775"/>
            <a:ext cx="5105400" cy="285750"/>
          </a:xfrm>
          <a:prstGeom prst="rect">
            <a:avLst/>
          </a:prstGeom>
          <a:solidFill>
            <a:srgbClr val="101C38"/>
          </a:solidFill>
          <a:ln w="0">
            <a:solidFill>
              <a:srgbClr val="000000">
                <a:alpha val="0"/>
              </a:srgbClr>
            </a:solidFill>
            <a:prstDash val="solid"/>
          </a:ln>
        </p:spPr>
        <p:txBody>
          <a:bodyPr lIns="57150" tIns="19050" rIns="57150" bIns="19050" anchor="ct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03 · BẢN ĐỒ &amp; LỘ TRÌNH</a:t>
            </a:r>
          </a:p>
        </p:txBody>
      </p:sp>
      <p:sp>
        <p:nvSpPr>
          <p:cNvPr id="21" name="Rectangle 20">
            <a:extLst>
              <a:ext uri="{FF2B5EF4-FFF2-40B4-BE49-F238E27FC236}">
                <a16:creationId xmlns:a16="http://schemas.microsoft.com/office/drawing/2014/main" id="{F6C5BF7E-8E7C-42BB-A6DE-6823A87325EC}"/>
              </a:ext>
            </a:extLst>
          </p:cNvPr>
          <p:cNvSpPr>
            <a:spLocks noGrp="1"/>
          </p:cNvSpPr>
          <p:nvPr/>
        </p:nvSpPr>
        <p:spPr>
          <a:xfrm>
            <a:off x="6353175" y="3924300"/>
            <a:ext cx="5391150" cy="1504950"/>
          </a:xfrm>
          <a:prstGeom prst="rect">
            <a:avLst/>
          </a:prstGeom>
          <a:solidFill>
            <a:srgbClr val="000000">
              <a:alpha val="0"/>
            </a:srgbClr>
          </a:solidFill>
          <a:ln w="19050">
            <a:solidFill>
              <a:srgbClr val="0964E8"/>
            </a:solidFill>
            <a:prstDash val="solid"/>
          </a:ln>
        </p:spPr>
        <p:txBody>
          <a:bodyPr/>
          <a:lstStyle/>
          <a:p>
            <a:endParaRPr lang="en-US"/>
          </a:p>
        </p:txBody>
      </p:sp>
      <p:pic>
        <p:nvPicPr>
          <p:cNvPr id="23" name="Picture 22"/>
          <p:cNvPicPr>
            <a:picLocks noChangeAspect="1"/>
          </p:cNvPicPr>
          <p:nvPr/>
        </p:nvPicPr>
        <p:blipFill>
          <a:blip r:embed="rId7"/>
          <a:srcRect t="25873" b="25873"/>
          <a:stretch>
            <a:fillRect/>
          </a:stretch>
        </p:blipFill>
        <p:spPr>
          <a:xfrm>
            <a:off x="6381750" y="3952875"/>
            <a:ext cx="5334000" cy="1447800"/>
          </a:xfrm>
          <a:prstGeom prst="rect">
            <a:avLst/>
          </a:prstGeom>
        </p:spPr>
      </p:pic>
      <p:sp>
        <p:nvSpPr>
          <p:cNvPr id="6" name="Rectangle 5">
            <a:extLst>
              <a:ext uri="{FF2B5EF4-FFF2-40B4-BE49-F238E27FC236}">
                <a16:creationId xmlns:a16="http://schemas.microsoft.com/office/drawing/2014/main" id="{5CE03CFE-B2A8-4532-8C08-78BB9FCBCC70}"/>
              </a:ext>
            </a:extLst>
          </p:cNvPr>
          <p:cNvSpPr>
            <a:spLocks noGrp="1"/>
          </p:cNvSpPr>
          <p:nvPr/>
        </p:nvSpPr>
        <p:spPr>
          <a:xfrm>
            <a:off x="6496050" y="5438775"/>
            <a:ext cx="5105400" cy="285750"/>
          </a:xfrm>
          <a:prstGeom prst="rect">
            <a:avLst/>
          </a:prstGeom>
          <a:solidFill>
            <a:srgbClr val="101C38"/>
          </a:solidFill>
          <a:ln w="0">
            <a:solidFill>
              <a:srgbClr val="000000">
                <a:alpha val="0"/>
              </a:srgbClr>
            </a:solidFill>
            <a:prstDash val="solid"/>
          </a:ln>
        </p:spPr>
        <p:txBody>
          <a:bodyPr lIns="57150" tIns="19050" rIns="57150" bIns="19050" anchor="ct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04 · GEMINI AI GUIDE</a:t>
            </a:r>
          </a:p>
        </p:txBody>
      </p:sp>
    </p:spTree>
    <p:extLst>
      <p:ext uri="{BB962C8B-B14F-4D97-AF65-F5344CB8AC3E}">
        <p14:creationId xmlns:p14="http://schemas.microsoft.com/office/powerpoint/2010/main" val="67952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C2DB8D-A637-67CB-DBD4-8ABB9D5E7209}"/>
              </a:ext>
            </a:extLst>
          </p:cNvPr>
          <p:cNvSpPr>
            <a:spLocks noGrp="1"/>
          </p:cNvSpPr>
          <p:nvPr/>
        </p:nvSpPr>
        <p:spPr>
          <a:xfrm>
            <a:off x="4362450" y="4495800"/>
            <a:ext cx="4286250" cy="923330"/>
          </a:xfrm>
          <a:prstGeom prst="rect">
            <a:avLst/>
          </a:prstGeom>
          <a:noFill/>
        </p:spPr>
        <p:txBody>
          <a:bodyPr wrap="square" lIns="0" tIns="0" rIns="0" bIns="0">
            <a:spAutoFit/>
          </a:bodyPr>
          <a:lstStyle/>
          <a:p>
            <a:pPr algn="l">
              <a:buNone/>
            </a:pPr>
            <a:r>
              <a:rPr sz="6000" dirty="0">
                <a:solidFill>
                  <a:srgbClr val="DA2428"/>
                </a:solidFill>
                <a:latin typeface="Times New Roman" panose="02020603050405020304" pitchFamily="18" charset="0"/>
                <a:ea typeface="UTM Swiss 721 Black Condensed"/>
                <a:cs typeface="Times New Roman" panose="02020603050405020304" pitchFamily="18" charset="0"/>
              </a:rPr>
              <a:t>CẢM ƠN!</a:t>
            </a:r>
          </a:p>
        </p:txBody>
      </p:sp>
    </p:spTree>
    <p:extLst>
      <p:ext uri="{BB962C8B-B14F-4D97-AF65-F5344CB8AC3E}">
        <p14:creationId xmlns:p14="http://schemas.microsoft.com/office/powerpoint/2010/main" val="3266924258"/>
      </p:ext>
    </p:extLst>
  </p:cSld>
  <p:clrMapOvr>
    <a:masterClrMapping/>
  </p:clrMapOvr>
</p:sld>
</file>

<file path=ppt/theme/theme1.xml><?xml version="1.0" encoding="utf-8"?>
<a:theme xmlns:a="http://schemas.openxmlformats.org/drawingml/2006/main" name="Office Theme">
  <a:themeElements>
    <a:clrScheme name="9Slide - 2021">
      <a:dk1>
        <a:sysClr val="windowText" lastClr="000000"/>
      </a:dk1>
      <a:lt1>
        <a:sysClr val="window" lastClr="FFFFFF"/>
      </a:lt1>
      <a:dk2>
        <a:srgbClr val="092D6C"/>
      </a:dk2>
      <a:lt2>
        <a:srgbClr val="FCECD0"/>
      </a:lt2>
      <a:accent1>
        <a:srgbClr val="4FC1E9"/>
      </a:accent1>
      <a:accent2>
        <a:srgbClr val="48CFAD"/>
      </a:accent2>
      <a:accent3>
        <a:srgbClr val="A0D468"/>
      </a:accent3>
      <a:accent4>
        <a:srgbClr val="FFBD45"/>
      </a:accent4>
      <a:accent5>
        <a:srgbClr val="FC6E51"/>
      </a:accent5>
      <a:accent6>
        <a:srgbClr val="ED5565"/>
      </a:accent6>
      <a:hlink>
        <a:srgbClr val="5D9CEC"/>
      </a:hlink>
      <a:folHlink>
        <a:srgbClr val="AC92EC"/>
      </a:folHlink>
    </a:clrScheme>
    <a:fontScheme name="9Slide Fonts">
      <a:majorFont>
        <a:latin typeface="#9Slide02 Tieu de dai"/>
        <a:ea typeface=""/>
        <a:cs typeface=""/>
      </a:majorFont>
      <a:minorFont>
        <a:latin typeface="#9Slide02 Noi dung dai"/>
        <a:ea typeface=""/>
        <a:cs typeface=""/>
      </a:minorFont>
    </a:fontScheme>
    <a:fmtScheme name="9Slide - 2021">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9Slide - 2021">
      <a:dk1>
        <a:sysClr val="windowText" lastClr="000000"/>
      </a:dk1>
      <a:lt1>
        <a:sysClr val="window" lastClr="FFFFFF"/>
      </a:lt1>
      <a:dk2>
        <a:srgbClr val="092D6C"/>
      </a:dk2>
      <a:lt2>
        <a:srgbClr val="FCECD0"/>
      </a:lt2>
      <a:accent1>
        <a:srgbClr val="4FC1E9"/>
      </a:accent1>
      <a:accent2>
        <a:srgbClr val="48CFAD"/>
      </a:accent2>
      <a:accent3>
        <a:srgbClr val="A0D468"/>
      </a:accent3>
      <a:accent4>
        <a:srgbClr val="FFBD45"/>
      </a:accent4>
      <a:accent5>
        <a:srgbClr val="FC6E51"/>
      </a:accent5>
      <a:accent6>
        <a:srgbClr val="ED5565"/>
      </a:accent6>
      <a:hlink>
        <a:srgbClr val="5D9CEC"/>
      </a:hlink>
      <a:folHlink>
        <a:srgbClr val="AC92EC"/>
      </a:folHlink>
    </a:clrScheme>
    <a:fontScheme name="9Slide Fonts">
      <a:majorFont>
        <a:latin typeface="#9Slide02 Tieu de dai"/>
        <a:ea typeface=""/>
        <a:cs typeface=""/>
      </a:majorFont>
      <a:minorFont>
        <a:latin typeface="#9Slide02 Noi dung dai"/>
        <a:ea typeface=""/>
        <a:cs typeface=""/>
      </a:minorFont>
    </a:fontScheme>
    <a:fmtScheme name="9Slide - 2021">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692</Words>
  <Application>Microsoft Office PowerPoint</Application>
  <DocSecurity>0</DocSecurity>
  <PresentationFormat>Widescreen</PresentationFormat>
  <Paragraphs>135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#9Slide02 Noi dung dai</vt:lpstr>
      <vt:lpstr>#9Slide02 Tieu de dai</vt:lpstr>
      <vt:lpstr>Arial</vt:lpstr>
      <vt:lpstr>Times New Roman</vt:lpstr>
      <vt:lpstr>Tw Cen MT Condensed Extra Bold</vt:lpstr>
      <vt:lpstr>UTM Colossalis</vt:lpstr>
      <vt:lpstr>UTM Swiss 721 Black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hoa26052007khehoa@gmail.com</cp:lastModifiedBy>
  <cp:revision>2</cp:revision>
  <dcterms:created xsi:type="dcterms:W3CDTF">2026-06-09T10:50:17Z</dcterms:created>
  <dcterms:modified xsi:type="dcterms:W3CDTF">2026-06-09T11:42:32Z</dcterms:modified>
</cp:coreProperties>
</file>