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Montserrat Light" panose="00000400000000000000" pitchFamily="50" charset="0"/>
      <p:regular r:id="rId11"/>
      <p:italic r:id="rId12"/>
    </p:embeddedFont>
    <p:embeddedFont>
      <p:font typeface="Segoe UI Historic" panose="020B0502040204020203" pitchFamily="34" charset="0"/>
      <p:regular r:id="rId13"/>
    </p:embeddedFont>
    <p:embeddedFont>
      <p:font typeface="UTM Colossalis" panose="02040603050506020204" pitchFamily="18" charset="0"/>
      <p:regular r:id="rId14"/>
    </p:embeddedFont>
    <p:embeddedFont>
      <p:font typeface="UTM Swiss 721 Black Condensed" panose="020005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428"/>
    <a:srgbClr val="0063EC"/>
    <a:srgbClr val="FBCF1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8" autoAdjust="0"/>
    <p:restoredTop sz="90000" autoAdjust="0"/>
  </p:normalViewPr>
  <p:slideViewPr>
    <p:cSldViewPr showGuides="1">
      <p:cViewPr varScale="1">
        <p:scale>
          <a:sx n="82" d="100"/>
          <a:sy n="82" d="100"/>
        </p:scale>
        <p:origin x="1181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637DB-17E8-4405-914D-C5FA22F7BE1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7BB29-EC65-405B-AEE2-A6863E20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74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7BB29-EC65-405B-AEE2-A6863E200F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58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51F62-3710-682A-1597-A1FF7813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38815-5A2E-4E85-D35D-017B533B6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B9D92E-A2F0-82FD-0B2A-A474C03E0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15C5A-03B8-9A93-F4BB-97241D80B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7BB29-EC65-405B-AEE2-A6863E200F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52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4DA77-0714-4226-8456-DE0FB00C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689CE-C57C-4CCE-B5D7-91A284CB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0DF66-3D9B-4E31-B419-8D199F94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6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372-E784-4489-91B1-EB5F9893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1B435-934F-44C4-8F1B-EC379BCB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BAE6C-C81A-448F-810E-8201A0E7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452A-D52B-4D53-AA70-42F3E1B9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8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A006-59DD-41EF-BB59-5CF0A5B0F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CF5D0-5E86-4B07-82F0-4706674B4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2F55C-8EFE-4A66-9DB3-D0CB8877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8045-8612-4FFC-BF9F-64FB98C8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15B52-8190-4B2D-852C-B23A268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0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C063-6317-449C-A341-883F2682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3C2C5-1069-41AD-AB8E-A272B5F74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F9C6-7A1E-4BB1-8382-AF2048FA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CF1DA-3491-456F-B971-C43EFCD2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13E6-C32A-4783-9219-260167E5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7CA7-22C9-4637-98D5-45CB81C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3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C8BC-CF44-4FCD-ACB9-6C06E1FD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6985-A785-4717-80AD-9B8D8F5B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5A630-F12E-492E-A3AD-AE8A2360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2166-B6AA-4084-B4D7-069DDC98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0EA2-78ED-4391-B2FB-25000FDB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3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Slide.vn - 2019">
            <a:extLst>
              <a:ext uri="{FF2B5EF4-FFF2-40B4-BE49-F238E27FC236}">
                <a16:creationId xmlns:a16="http://schemas.microsoft.com/office/drawing/2014/main" id="{FEF5AA95-8852-256A-0810-7D0A55547B62}"/>
              </a:ext>
            </a:extLst>
          </p:cNvPr>
          <p:cNvSpPr txBox="1"/>
          <p:nvPr userDrawn="1"/>
        </p:nvSpPr>
        <p:spPr>
          <a:xfrm>
            <a:off x="0" y="-1512332"/>
            <a:ext cx="12192000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B0E7E-7BDA-4369-B06E-95E5B313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2DE87-7D95-4722-9EE5-248D158C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0A038-BC78-4ECC-BEFF-CCB515E48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B9EE9-F3BF-4B40-83E7-C9BC68FDDB0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DB14-4F91-4B5C-8ACA-1B5E7E69B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0118F-80C4-4861-A4D3-A50D382E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CE00B-B040-4546-AF5D-EEF96AA126B0}"/>
              </a:ext>
            </a:extLst>
          </p:cNvPr>
          <p:cNvGrpSpPr>
            <a:grpSpLocks noGrp="1" noSelect="1" noRot="1" noMove="1" noResize="1"/>
          </p:cNvGrpSpPr>
          <p:nvPr userDrawn="1">
            <p:custDataLst>
              <p:tags r:id="rId7"/>
            </p:custDataLst>
          </p:nvPr>
        </p:nvGrpSpPr>
        <p:grpSpPr>
          <a:xfrm>
            <a:off x="-2202100" y="-2224223"/>
            <a:ext cx="16596200" cy="11284323"/>
            <a:chOff x="-2202100" y="-2224223"/>
            <a:chExt cx="16596200" cy="112843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423BDB-6737-4700-9989-01683A4147DA}"/>
                </a:ext>
              </a:extLst>
            </p:cNvPr>
            <p:cNvSpPr/>
            <p:nvPr/>
          </p:nvSpPr>
          <p:spPr>
            <a:xfrm>
              <a:off x="4851540" y="8494776"/>
              <a:ext cx="2488920" cy="565324"/>
            </a:xfrm>
            <a:prstGeom prst="rect">
              <a:avLst/>
            </a:prstGeom>
            <a:noFill/>
            <a:ln w="2159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1E50D3-44ED-477F-84FB-1E24BC65ED8F}"/>
                </a:ext>
              </a:extLst>
            </p:cNvPr>
            <p:cNvSpPr txBox="1"/>
            <p:nvPr/>
          </p:nvSpPr>
          <p:spPr>
            <a:xfrm>
              <a:off x="5006988" y="8647176"/>
              <a:ext cx="2178025" cy="260524"/>
            </a:xfrm>
            <a:custGeom>
              <a:avLst/>
              <a:gdLst/>
              <a:ahLst/>
              <a:cxnLst/>
              <a:rect l="l" t="t" r="r" b="b"/>
              <a:pathLst>
                <a:path w="2178025" h="260524">
                  <a:moveTo>
                    <a:pt x="1807648" y="222182"/>
                  </a:moveTo>
                  <a:cubicBezTo>
                    <a:pt x="1814010" y="222182"/>
                    <a:pt x="1818838" y="223968"/>
                    <a:pt x="1822130" y="227540"/>
                  </a:cubicBezTo>
                  <a:cubicBezTo>
                    <a:pt x="1825423" y="231111"/>
                    <a:pt x="1827070" y="235576"/>
                    <a:pt x="1827070" y="240934"/>
                  </a:cubicBezTo>
                  <a:cubicBezTo>
                    <a:pt x="1827070" y="246069"/>
                    <a:pt x="1825423" y="250366"/>
                    <a:pt x="1822130" y="253826"/>
                  </a:cubicBezTo>
                  <a:cubicBezTo>
                    <a:pt x="1818838" y="257287"/>
                    <a:pt x="1814010" y="259017"/>
                    <a:pt x="1807648" y="259017"/>
                  </a:cubicBezTo>
                  <a:cubicBezTo>
                    <a:pt x="1801285" y="259017"/>
                    <a:pt x="1796513" y="257287"/>
                    <a:pt x="1793332" y="253826"/>
                  </a:cubicBezTo>
                  <a:cubicBezTo>
                    <a:pt x="1790151" y="250366"/>
                    <a:pt x="1788560" y="246069"/>
                    <a:pt x="1788560" y="240934"/>
                  </a:cubicBezTo>
                  <a:cubicBezTo>
                    <a:pt x="1788560" y="235576"/>
                    <a:pt x="1790151" y="231111"/>
                    <a:pt x="1793332" y="227540"/>
                  </a:cubicBezTo>
                  <a:cubicBezTo>
                    <a:pt x="1796513" y="223968"/>
                    <a:pt x="1801285" y="222182"/>
                    <a:pt x="1807648" y="222182"/>
                  </a:cubicBezTo>
                  <a:close/>
                  <a:moveTo>
                    <a:pt x="807523" y="222182"/>
                  </a:moveTo>
                  <a:cubicBezTo>
                    <a:pt x="813885" y="222182"/>
                    <a:pt x="818713" y="223968"/>
                    <a:pt x="822005" y="227540"/>
                  </a:cubicBezTo>
                  <a:cubicBezTo>
                    <a:pt x="825298" y="231111"/>
                    <a:pt x="826945" y="235576"/>
                    <a:pt x="826945" y="240934"/>
                  </a:cubicBezTo>
                  <a:cubicBezTo>
                    <a:pt x="826945" y="246069"/>
                    <a:pt x="825298" y="250366"/>
                    <a:pt x="822005" y="253826"/>
                  </a:cubicBezTo>
                  <a:cubicBezTo>
                    <a:pt x="818713" y="257287"/>
                    <a:pt x="813885" y="259017"/>
                    <a:pt x="807523" y="259017"/>
                  </a:cubicBezTo>
                  <a:cubicBezTo>
                    <a:pt x="801160" y="259017"/>
                    <a:pt x="796388" y="257287"/>
                    <a:pt x="793207" y="253826"/>
                  </a:cubicBezTo>
                  <a:cubicBezTo>
                    <a:pt x="790026" y="250366"/>
                    <a:pt x="788435" y="246069"/>
                    <a:pt x="788435" y="240934"/>
                  </a:cubicBezTo>
                  <a:cubicBezTo>
                    <a:pt x="788435" y="235576"/>
                    <a:pt x="790026" y="231111"/>
                    <a:pt x="793207" y="227540"/>
                  </a:cubicBezTo>
                  <a:cubicBezTo>
                    <a:pt x="796388" y="223968"/>
                    <a:pt x="801160" y="222182"/>
                    <a:pt x="807523" y="222182"/>
                  </a:cubicBezTo>
                  <a:close/>
                  <a:moveTo>
                    <a:pt x="1488076" y="98952"/>
                  </a:moveTo>
                  <a:cubicBezTo>
                    <a:pt x="1472896" y="98952"/>
                    <a:pt x="1461064" y="104812"/>
                    <a:pt x="1452581" y="116532"/>
                  </a:cubicBezTo>
                  <a:cubicBezTo>
                    <a:pt x="1444098" y="128253"/>
                    <a:pt x="1439856" y="145610"/>
                    <a:pt x="1439856" y="168604"/>
                  </a:cubicBezTo>
                  <a:cubicBezTo>
                    <a:pt x="1439856" y="189142"/>
                    <a:pt x="1444098" y="205215"/>
                    <a:pt x="1452581" y="216824"/>
                  </a:cubicBezTo>
                  <a:cubicBezTo>
                    <a:pt x="1461064" y="228433"/>
                    <a:pt x="1472784" y="234237"/>
                    <a:pt x="1487741" y="234237"/>
                  </a:cubicBezTo>
                  <a:cubicBezTo>
                    <a:pt x="1507387" y="234237"/>
                    <a:pt x="1521730" y="225419"/>
                    <a:pt x="1530771" y="207783"/>
                  </a:cubicBezTo>
                  <a:lnTo>
                    <a:pt x="1530771" y="124569"/>
                  </a:lnTo>
                  <a:cubicBezTo>
                    <a:pt x="1521507" y="107491"/>
                    <a:pt x="1507275" y="98952"/>
                    <a:pt x="1488076" y="98952"/>
                  </a:cubicBezTo>
                  <a:close/>
                  <a:moveTo>
                    <a:pt x="1678241" y="98115"/>
                  </a:moveTo>
                  <a:cubicBezTo>
                    <a:pt x="1665740" y="98115"/>
                    <a:pt x="1655248" y="102663"/>
                    <a:pt x="1646764" y="111761"/>
                  </a:cubicBezTo>
                  <a:cubicBezTo>
                    <a:pt x="1638281" y="120858"/>
                    <a:pt x="1633035" y="133610"/>
                    <a:pt x="1631026" y="150019"/>
                  </a:cubicBezTo>
                  <a:lnTo>
                    <a:pt x="1721774" y="150019"/>
                  </a:lnTo>
                  <a:lnTo>
                    <a:pt x="1721774" y="147675"/>
                  </a:lnTo>
                  <a:cubicBezTo>
                    <a:pt x="1720881" y="131936"/>
                    <a:pt x="1716639" y="119742"/>
                    <a:pt x="1709049" y="111091"/>
                  </a:cubicBezTo>
                  <a:cubicBezTo>
                    <a:pt x="1701459" y="102440"/>
                    <a:pt x="1691190" y="98115"/>
                    <a:pt x="1678241" y="98115"/>
                  </a:cubicBezTo>
                  <a:close/>
                  <a:moveTo>
                    <a:pt x="1855700" y="76014"/>
                  </a:moveTo>
                  <a:lnTo>
                    <a:pt x="1887345" y="76014"/>
                  </a:lnTo>
                  <a:lnTo>
                    <a:pt x="1933389" y="215150"/>
                  </a:lnTo>
                  <a:lnTo>
                    <a:pt x="1978260" y="76014"/>
                  </a:lnTo>
                  <a:lnTo>
                    <a:pt x="2009905" y="76014"/>
                  </a:lnTo>
                  <a:lnTo>
                    <a:pt x="1944941" y="257175"/>
                  </a:lnTo>
                  <a:lnTo>
                    <a:pt x="1921334" y="257175"/>
                  </a:lnTo>
                  <a:close/>
                  <a:moveTo>
                    <a:pt x="1333370" y="76014"/>
                  </a:moveTo>
                  <a:lnTo>
                    <a:pt x="1364344" y="76014"/>
                  </a:lnTo>
                  <a:lnTo>
                    <a:pt x="1364344" y="257175"/>
                  </a:lnTo>
                  <a:lnTo>
                    <a:pt x="1333370" y="257175"/>
                  </a:lnTo>
                  <a:close/>
                  <a:moveTo>
                    <a:pt x="514350" y="76014"/>
                  </a:moveTo>
                  <a:lnTo>
                    <a:pt x="545157" y="76014"/>
                  </a:lnTo>
                  <a:lnTo>
                    <a:pt x="580820" y="211634"/>
                  </a:lnTo>
                  <a:lnTo>
                    <a:pt x="623013" y="76014"/>
                  </a:lnTo>
                  <a:lnTo>
                    <a:pt x="647960" y="76014"/>
                  </a:lnTo>
                  <a:lnTo>
                    <a:pt x="690990" y="214480"/>
                  </a:lnTo>
                  <a:lnTo>
                    <a:pt x="725816" y="76014"/>
                  </a:lnTo>
                  <a:lnTo>
                    <a:pt x="756791" y="76014"/>
                  </a:lnTo>
                  <a:lnTo>
                    <a:pt x="704050" y="257175"/>
                  </a:lnTo>
                  <a:lnTo>
                    <a:pt x="678935" y="257175"/>
                  </a:lnTo>
                  <a:lnTo>
                    <a:pt x="634901" y="119881"/>
                  </a:lnTo>
                  <a:lnTo>
                    <a:pt x="592038" y="257175"/>
                  </a:lnTo>
                  <a:lnTo>
                    <a:pt x="566923" y="257175"/>
                  </a:lnTo>
                  <a:close/>
                  <a:moveTo>
                    <a:pt x="257175" y="76014"/>
                  </a:moveTo>
                  <a:lnTo>
                    <a:pt x="287982" y="76014"/>
                  </a:lnTo>
                  <a:lnTo>
                    <a:pt x="323645" y="211634"/>
                  </a:lnTo>
                  <a:lnTo>
                    <a:pt x="365838" y="76014"/>
                  </a:lnTo>
                  <a:lnTo>
                    <a:pt x="390785" y="76014"/>
                  </a:lnTo>
                  <a:lnTo>
                    <a:pt x="433815" y="214480"/>
                  </a:lnTo>
                  <a:lnTo>
                    <a:pt x="468641" y="76014"/>
                  </a:lnTo>
                  <a:lnTo>
                    <a:pt x="499616" y="76014"/>
                  </a:lnTo>
                  <a:lnTo>
                    <a:pt x="446875" y="257175"/>
                  </a:lnTo>
                  <a:lnTo>
                    <a:pt x="421760" y="257175"/>
                  </a:lnTo>
                  <a:lnTo>
                    <a:pt x="377726" y="119881"/>
                  </a:lnTo>
                  <a:lnTo>
                    <a:pt x="334863" y="257175"/>
                  </a:lnTo>
                  <a:lnTo>
                    <a:pt x="309748" y="257175"/>
                  </a:lnTo>
                  <a:close/>
                  <a:moveTo>
                    <a:pt x="0" y="76014"/>
                  </a:moveTo>
                  <a:lnTo>
                    <a:pt x="30807" y="76014"/>
                  </a:lnTo>
                  <a:lnTo>
                    <a:pt x="66470" y="211634"/>
                  </a:lnTo>
                  <a:lnTo>
                    <a:pt x="108663" y="76014"/>
                  </a:lnTo>
                  <a:lnTo>
                    <a:pt x="133610" y="76014"/>
                  </a:lnTo>
                  <a:lnTo>
                    <a:pt x="176640" y="214480"/>
                  </a:lnTo>
                  <a:lnTo>
                    <a:pt x="211466" y="76014"/>
                  </a:lnTo>
                  <a:lnTo>
                    <a:pt x="242441" y="76014"/>
                  </a:lnTo>
                  <a:lnTo>
                    <a:pt x="189700" y="257175"/>
                  </a:lnTo>
                  <a:lnTo>
                    <a:pt x="164585" y="257175"/>
                  </a:lnTo>
                  <a:lnTo>
                    <a:pt x="120551" y="119881"/>
                  </a:lnTo>
                  <a:lnTo>
                    <a:pt x="77688" y="257175"/>
                  </a:lnTo>
                  <a:lnTo>
                    <a:pt x="52573" y="257175"/>
                  </a:lnTo>
                  <a:close/>
                  <a:moveTo>
                    <a:pt x="2120094" y="72666"/>
                  </a:moveTo>
                  <a:cubicBezTo>
                    <a:pt x="2158380" y="72666"/>
                    <a:pt x="2177690" y="94264"/>
                    <a:pt x="2178025" y="137461"/>
                  </a:cubicBezTo>
                  <a:lnTo>
                    <a:pt x="2178025" y="257175"/>
                  </a:lnTo>
                  <a:lnTo>
                    <a:pt x="2147050" y="257175"/>
                  </a:lnTo>
                  <a:lnTo>
                    <a:pt x="2147050" y="137294"/>
                  </a:lnTo>
                  <a:cubicBezTo>
                    <a:pt x="2146938" y="124234"/>
                    <a:pt x="2143953" y="114579"/>
                    <a:pt x="2138092" y="108328"/>
                  </a:cubicBezTo>
                  <a:cubicBezTo>
                    <a:pt x="2132232" y="102077"/>
                    <a:pt x="2123107" y="98952"/>
                    <a:pt x="2110717" y="98952"/>
                  </a:cubicBezTo>
                  <a:cubicBezTo>
                    <a:pt x="2100671" y="98952"/>
                    <a:pt x="2091853" y="101631"/>
                    <a:pt x="2084263" y="106989"/>
                  </a:cubicBezTo>
                  <a:cubicBezTo>
                    <a:pt x="2076673" y="112347"/>
                    <a:pt x="2070757" y="119379"/>
                    <a:pt x="2066515" y="128085"/>
                  </a:cubicBezTo>
                  <a:lnTo>
                    <a:pt x="2066515" y="257175"/>
                  </a:lnTo>
                  <a:lnTo>
                    <a:pt x="2035541" y="257175"/>
                  </a:lnTo>
                  <a:lnTo>
                    <a:pt x="2035541" y="76014"/>
                  </a:lnTo>
                  <a:lnTo>
                    <a:pt x="2064841" y="76014"/>
                  </a:lnTo>
                  <a:lnTo>
                    <a:pt x="2065846" y="98785"/>
                  </a:lnTo>
                  <a:cubicBezTo>
                    <a:pt x="2079687" y="81372"/>
                    <a:pt x="2097769" y="72666"/>
                    <a:pt x="2120094" y="72666"/>
                  </a:cubicBezTo>
                  <a:close/>
                  <a:moveTo>
                    <a:pt x="1678241" y="72666"/>
                  </a:moveTo>
                  <a:cubicBezTo>
                    <a:pt x="1701794" y="72666"/>
                    <a:pt x="1720099" y="80423"/>
                    <a:pt x="1733159" y="95938"/>
                  </a:cubicBezTo>
                  <a:cubicBezTo>
                    <a:pt x="1746219" y="111454"/>
                    <a:pt x="1752749" y="133666"/>
                    <a:pt x="1752749" y="162576"/>
                  </a:cubicBezTo>
                  <a:lnTo>
                    <a:pt x="1752749" y="175468"/>
                  </a:lnTo>
                  <a:lnTo>
                    <a:pt x="1630021" y="175468"/>
                  </a:lnTo>
                  <a:cubicBezTo>
                    <a:pt x="1630468" y="193328"/>
                    <a:pt x="1635686" y="207755"/>
                    <a:pt x="1645676" y="218749"/>
                  </a:cubicBezTo>
                  <a:cubicBezTo>
                    <a:pt x="1655666" y="229744"/>
                    <a:pt x="1668363" y="235241"/>
                    <a:pt x="1683767" y="235241"/>
                  </a:cubicBezTo>
                  <a:cubicBezTo>
                    <a:pt x="1694706" y="235241"/>
                    <a:pt x="1703970" y="233009"/>
                    <a:pt x="1711560" y="228544"/>
                  </a:cubicBezTo>
                  <a:cubicBezTo>
                    <a:pt x="1719151" y="224079"/>
                    <a:pt x="1725792" y="218163"/>
                    <a:pt x="1731485" y="210796"/>
                  </a:cubicBezTo>
                  <a:lnTo>
                    <a:pt x="1750405" y="225530"/>
                  </a:lnTo>
                  <a:cubicBezTo>
                    <a:pt x="1735224" y="248859"/>
                    <a:pt x="1712453" y="260524"/>
                    <a:pt x="1682092" y="260524"/>
                  </a:cubicBezTo>
                  <a:cubicBezTo>
                    <a:pt x="1657536" y="260524"/>
                    <a:pt x="1637556" y="252459"/>
                    <a:pt x="1622152" y="236330"/>
                  </a:cubicBezTo>
                  <a:cubicBezTo>
                    <a:pt x="1606748" y="220201"/>
                    <a:pt x="1599046" y="198630"/>
                    <a:pt x="1599046" y="171617"/>
                  </a:cubicBezTo>
                  <a:lnTo>
                    <a:pt x="1599046" y="165925"/>
                  </a:lnTo>
                  <a:cubicBezTo>
                    <a:pt x="1599046" y="147954"/>
                    <a:pt x="1602479" y="131908"/>
                    <a:pt x="1609343" y="117788"/>
                  </a:cubicBezTo>
                  <a:cubicBezTo>
                    <a:pt x="1616208" y="103668"/>
                    <a:pt x="1625807" y="92618"/>
                    <a:pt x="1638142" y="84637"/>
                  </a:cubicBezTo>
                  <a:cubicBezTo>
                    <a:pt x="1650476" y="76656"/>
                    <a:pt x="1663842" y="72666"/>
                    <a:pt x="1678241" y="72666"/>
                  </a:cubicBezTo>
                  <a:close/>
                  <a:moveTo>
                    <a:pt x="1129624" y="72666"/>
                  </a:moveTo>
                  <a:cubicBezTo>
                    <a:pt x="1150162" y="72666"/>
                    <a:pt x="1166822" y="77968"/>
                    <a:pt x="1179602" y="88572"/>
                  </a:cubicBezTo>
                  <a:cubicBezTo>
                    <a:pt x="1192383" y="99175"/>
                    <a:pt x="1198773" y="112737"/>
                    <a:pt x="1198773" y="129257"/>
                  </a:cubicBezTo>
                  <a:lnTo>
                    <a:pt x="1167631" y="129257"/>
                  </a:lnTo>
                  <a:cubicBezTo>
                    <a:pt x="1167631" y="120774"/>
                    <a:pt x="1164031" y="113463"/>
                    <a:pt x="1156831" y="107324"/>
                  </a:cubicBezTo>
                  <a:cubicBezTo>
                    <a:pt x="1149632" y="101185"/>
                    <a:pt x="1140563" y="98115"/>
                    <a:pt x="1129624" y="98115"/>
                  </a:cubicBezTo>
                  <a:cubicBezTo>
                    <a:pt x="1118350" y="98115"/>
                    <a:pt x="1109532" y="100571"/>
                    <a:pt x="1103170" y="105482"/>
                  </a:cubicBezTo>
                  <a:cubicBezTo>
                    <a:pt x="1096807" y="110393"/>
                    <a:pt x="1093626" y="116811"/>
                    <a:pt x="1093626" y="124737"/>
                  </a:cubicBezTo>
                  <a:cubicBezTo>
                    <a:pt x="1093626" y="132215"/>
                    <a:pt x="1096584" y="137852"/>
                    <a:pt x="1102500" y="141647"/>
                  </a:cubicBezTo>
                  <a:cubicBezTo>
                    <a:pt x="1108416" y="145442"/>
                    <a:pt x="1119104" y="149070"/>
                    <a:pt x="1134563" y="152530"/>
                  </a:cubicBezTo>
                  <a:cubicBezTo>
                    <a:pt x="1150023" y="155990"/>
                    <a:pt x="1162552" y="160120"/>
                    <a:pt x="1172151" y="164920"/>
                  </a:cubicBezTo>
                  <a:cubicBezTo>
                    <a:pt x="1181751" y="169720"/>
                    <a:pt x="1188867" y="175496"/>
                    <a:pt x="1193499" y="182249"/>
                  </a:cubicBezTo>
                  <a:cubicBezTo>
                    <a:pt x="1198131" y="189002"/>
                    <a:pt x="1200447" y="197234"/>
                    <a:pt x="1200447" y="206945"/>
                  </a:cubicBezTo>
                  <a:cubicBezTo>
                    <a:pt x="1200447" y="223131"/>
                    <a:pt x="1193973" y="236107"/>
                    <a:pt x="1181025" y="245873"/>
                  </a:cubicBezTo>
                  <a:cubicBezTo>
                    <a:pt x="1168077" y="255640"/>
                    <a:pt x="1151278" y="260524"/>
                    <a:pt x="1130628" y="260524"/>
                  </a:cubicBezTo>
                  <a:cubicBezTo>
                    <a:pt x="1116118" y="260524"/>
                    <a:pt x="1103281" y="257956"/>
                    <a:pt x="1092119" y="252822"/>
                  </a:cubicBezTo>
                  <a:cubicBezTo>
                    <a:pt x="1080957" y="247687"/>
                    <a:pt x="1072223" y="240516"/>
                    <a:pt x="1065916" y="231307"/>
                  </a:cubicBezTo>
                  <a:cubicBezTo>
                    <a:pt x="1059610" y="222098"/>
                    <a:pt x="1056456" y="212136"/>
                    <a:pt x="1056456" y="201420"/>
                  </a:cubicBezTo>
                  <a:lnTo>
                    <a:pt x="1087431" y="201420"/>
                  </a:lnTo>
                  <a:cubicBezTo>
                    <a:pt x="1087989" y="211801"/>
                    <a:pt x="1092147" y="220033"/>
                    <a:pt x="1099905" y="226116"/>
                  </a:cubicBezTo>
                  <a:cubicBezTo>
                    <a:pt x="1107662" y="232200"/>
                    <a:pt x="1117904" y="235241"/>
                    <a:pt x="1130628" y="235241"/>
                  </a:cubicBezTo>
                  <a:cubicBezTo>
                    <a:pt x="1142349" y="235241"/>
                    <a:pt x="1151753" y="232869"/>
                    <a:pt x="1158841" y="228126"/>
                  </a:cubicBezTo>
                  <a:cubicBezTo>
                    <a:pt x="1165929" y="223382"/>
                    <a:pt x="1169473" y="217047"/>
                    <a:pt x="1169473" y="209122"/>
                  </a:cubicBezTo>
                  <a:cubicBezTo>
                    <a:pt x="1169473" y="200751"/>
                    <a:pt x="1166319" y="194249"/>
                    <a:pt x="1160013" y="189616"/>
                  </a:cubicBezTo>
                  <a:cubicBezTo>
                    <a:pt x="1153706" y="184984"/>
                    <a:pt x="1142711" y="180994"/>
                    <a:pt x="1127029" y="177645"/>
                  </a:cubicBezTo>
                  <a:cubicBezTo>
                    <a:pt x="1111346" y="174296"/>
                    <a:pt x="1098900" y="170278"/>
                    <a:pt x="1089691" y="165590"/>
                  </a:cubicBezTo>
                  <a:cubicBezTo>
                    <a:pt x="1080483" y="160902"/>
                    <a:pt x="1073674" y="155321"/>
                    <a:pt x="1069265" y="148847"/>
                  </a:cubicBezTo>
                  <a:cubicBezTo>
                    <a:pt x="1064856" y="142373"/>
                    <a:pt x="1062651" y="134671"/>
                    <a:pt x="1062651" y="125741"/>
                  </a:cubicBezTo>
                  <a:cubicBezTo>
                    <a:pt x="1062651" y="110896"/>
                    <a:pt x="1068930" y="98338"/>
                    <a:pt x="1081487" y="88069"/>
                  </a:cubicBezTo>
                  <a:cubicBezTo>
                    <a:pt x="1094045" y="77800"/>
                    <a:pt x="1110090" y="72666"/>
                    <a:pt x="1129624" y="72666"/>
                  </a:cubicBezTo>
                  <a:close/>
                  <a:moveTo>
                    <a:pt x="942472" y="35831"/>
                  </a:moveTo>
                  <a:cubicBezTo>
                    <a:pt x="928855" y="35831"/>
                    <a:pt x="917916" y="41049"/>
                    <a:pt x="909656" y="51485"/>
                  </a:cubicBezTo>
                  <a:cubicBezTo>
                    <a:pt x="901396" y="61922"/>
                    <a:pt x="897266" y="75679"/>
                    <a:pt x="897266" y="92757"/>
                  </a:cubicBezTo>
                  <a:cubicBezTo>
                    <a:pt x="897266" y="109389"/>
                    <a:pt x="901256" y="123090"/>
                    <a:pt x="909237" y="133862"/>
                  </a:cubicBezTo>
                  <a:cubicBezTo>
                    <a:pt x="917218" y="144633"/>
                    <a:pt x="927906" y="150019"/>
                    <a:pt x="941300" y="150019"/>
                  </a:cubicBezTo>
                  <a:cubicBezTo>
                    <a:pt x="951681" y="150019"/>
                    <a:pt x="961253" y="146838"/>
                    <a:pt x="970015" y="140475"/>
                  </a:cubicBezTo>
                  <a:cubicBezTo>
                    <a:pt x="978777" y="134113"/>
                    <a:pt x="985168" y="126243"/>
                    <a:pt x="989186" y="116867"/>
                  </a:cubicBezTo>
                  <a:lnTo>
                    <a:pt x="989186" y="104477"/>
                  </a:lnTo>
                  <a:cubicBezTo>
                    <a:pt x="989186" y="84163"/>
                    <a:pt x="984777" y="67643"/>
                    <a:pt x="975959" y="54918"/>
                  </a:cubicBezTo>
                  <a:cubicBezTo>
                    <a:pt x="967141" y="42193"/>
                    <a:pt x="955979" y="35831"/>
                    <a:pt x="942472" y="35831"/>
                  </a:cubicBezTo>
                  <a:close/>
                  <a:moveTo>
                    <a:pt x="1349108" y="10046"/>
                  </a:moveTo>
                  <a:cubicBezTo>
                    <a:pt x="1355136" y="10046"/>
                    <a:pt x="1359712" y="11776"/>
                    <a:pt x="1362837" y="15237"/>
                  </a:cubicBezTo>
                  <a:cubicBezTo>
                    <a:pt x="1365963" y="18697"/>
                    <a:pt x="1367526" y="22938"/>
                    <a:pt x="1367526" y="27961"/>
                  </a:cubicBezTo>
                  <a:cubicBezTo>
                    <a:pt x="1367526" y="32984"/>
                    <a:pt x="1365963" y="37170"/>
                    <a:pt x="1362837" y="40519"/>
                  </a:cubicBezTo>
                  <a:cubicBezTo>
                    <a:pt x="1359712" y="43867"/>
                    <a:pt x="1355136" y="45542"/>
                    <a:pt x="1349108" y="45542"/>
                  </a:cubicBezTo>
                  <a:cubicBezTo>
                    <a:pt x="1343081" y="45542"/>
                    <a:pt x="1338532" y="43867"/>
                    <a:pt x="1335462" y="40519"/>
                  </a:cubicBezTo>
                  <a:cubicBezTo>
                    <a:pt x="1332393" y="37170"/>
                    <a:pt x="1330858" y="32984"/>
                    <a:pt x="1330858" y="27961"/>
                  </a:cubicBezTo>
                  <a:cubicBezTo>
                    <a:pt x="1330858" y="22938"/>
                    <a:pt x="1332393" y="18697"/>
                    <a:pt x="1335462" y="15237"/>
                  </a:cubicBezTo>
                  <a:cubicBezTo>
                    <a:pt x="1338532" y="11776"/>
                    <a:pt x="1343081" y="10046"/>
                    <a:pt x="1349108" y="10046"/>
                  </a:cubicBezTo>
                  <a:close/>
                  <a:moveTo>
                    <a:pt x="942305" y="10046"/>
                  </a:moveTo>
                  <a:cubicBezTo>
                    <a:pt x="966415" y="10046"/>
                    <a:pt x="985419" y="19060"/>
                    <a:pt x="999316" y="37086"/>
                  </a:cubicBezTo>
                  <a:cubicBezTo>
                    <a:pt x="1013212" y="55113"/>
                    <a:pt x="1020161" y="79698"/>
                    <a:pt x="1020161" y="110840"/>
                  </a:cubicBezTo>
                  <a:lnTo>
                    <a:pt x="1020161" y="119881"/>
                  </a:lnTo>
                  <a:cubicBezTo>
                    <a:pt x="1020161" y="167320"/>
                    <a:pt x="1010785" y="201950"/>
                    <a:pt x="992032" y="223772"/>
                  </a:cubicBezTo>
                  <a:cubicBezTo>
                    <a:pt x="973280" y="245594"/>
                    <a:pt x="944984" y="256784"/>
                    <a:pt x="907144" y="257342"/>
                  </a:cubicBezTo>
                  <a:lnTo>
                    <a:pt x="901117" y="257342"/>
                  </a:lnTo>
                  <a:lnTo>
                    <a:pt x="901117" y="231056"/>
                  </a:lnTo>
                  <a:lnTo>
                    <a:pt x="907647" y="231056"/>
                  </a:lnTo>
                  <a:cubicBezTo>
                    <a:pt x="933208" y="230611"/>
                    <a:pt x="952853" y="223956"/>
                    <a:pt x="966583" y="211089"/>
                  </a:cubicBezTo>
                  <a:cubicBezTo>
                    <a:pt x="980312" y="198223"/>
                    <a:pt x="987791" y="177866"/>
                    <a:pt x="989018" y="150019"/>
                  </a:cubicBezTo>
                  <a:cubicBezTo>
                    <a:pt x="982545" y="157721"/>
                    <a:pt x="974815" y="163916"/>
                    <a:pt x="965829" y="168604"/>
                  </a:cubicBezTo>
                  <a:cubicBezTo>
                    <a:pt x="956844" y="173292"/>
                    <a:pt x="946993" y="175636"/>
                    <a:pt x="936278" y="175636"/>
                  </a:cubicBezTo>
                  <a:cubicBezTo>
                    <a:pt x="922213" y="175636"/>
                    <a:pt x="909963" y="172176"/>
                    <a:pt x="899526" y="165255"/>
                  </a:cubicBezTo>
                  <a:cubicBezTo>
                    <a:pt x="889090" y="158335"/>
                    <a:pt x="881025" y="148596"/>
                    <a:pt x="875332" y="136038"/>
                  </a:cubicBezTo>
                  <a:cubicBezTo>
                    <a:pt x="869640" y="123481"/>
                    <a:pt x="866793" y="109612"/>
                    <a:pt x="866793" y="94431"/>
                  </a:cubicBezTo>
                  <a:cubicBezTo>
                    <a:pt x="866793" y="78135"/>
                    <a:pt x="869891" y="63457"/>
                    <a:pt x="876086" y="50397"/>
                  </a:cubicBezTo>
                  <a:cubicBezTo>
                    <a:pt x="882281" y="37338"/>
                    <a:pt x="891071" y="27347"/>
                    <a:pt x="902456" y="20427"/>
                  </a:cubicBezTo>
                  <a:cubicBezTo>
                    <a:pt x="913842" y="13506"/>
                    <a:pt x="927125" y="10046"/>
                    <a:pt x="942305" y="10046"/>
                  </a:cubicBezTo>
                  <a:close/>
                  <a:moveTo>
                    <a:pt x="1530771" y="0"/>
                  </a:moveTo>
                  <a:lnTo>
                    <a:pt x="1561746" y="0"/>
                  </a:lnTo>
                  <a:lnTo>
                    <a:pt x="1561746" y="257175"/>
                  </a:lnTo>
                  <a:lnTo>
                    <a:pt x="1533283" y="257175"/>
                  </a:lnTo>
                  <a:lnTo>
                    <a:pt x="1531776" y="237753"/>
                  </a:lnTo>
                  <a:cubicBezTo>
                    <a:pt x="1519386" y="252933"/>
                    <a:pt x="1502141" y="260524"/>
                    <a:pt x="1480040" y="260524"/>
                  </a:cubicBezTo>
                  <a:cubicBezTo>
                    <a:pt x="1459055" y="260524"/>
                    <a:pt x="1441949" y="251929"/>
                    <a:pt x="1428722" y="234739"/>
                  </a:cubicBezTo>
                  <a:cubicBezTo>
                    <a:pt x="1415495" y="217549"/>
                    <a:pt x="1408881" y="195114"/>
                    <a:pt x="1408881" y="167432"/>
                  </a:cubicBezTo>
                  <a:lnTo>
                    <a:pt x="1408881" y="165088"/>
                  </a:lnTo>
                  <a:cubicBezTo>
                    <a:pt x="1408881" y="137294"/>
                    <a:pt x="1415467" y="114942"/>
                    <a:pt x="1428638" y="98031"/>
                  </a:cubicBezTo>
                  <a:cubicBezTo>
                    <a:pt x="1441809" y="81121"/>
                    <a:pt x="1459055" y="72666"/>
                    <a:pt x="1480375" y="72666"/>
                  </a:cubicBezTo>
                  <a:cubicBezTo>
                    <a:pt x="1501583" y="72666"/>
                    <a:pt x="1518381" y="79921"/>
                    <a:pt x="1530771" y="94431"/>
                  </a:cubicBezTo>
                  <a:close/>
                  <a:moveTo>
                    <a:pt x="1247645" y="0"/>
                  </a:moveTo>
                  <a:lnTo>
                    <a:pt x="1278619" y="0"/>
                  </a:lnTo>
                  <a:lnTo>
                    <a:pt x="1278619" y="257175"/>
                  </a:lnTo>
                  <a:lnTo>
                    <a:pt x="1247645" y="25717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2700">
                <a:solidFill>
                  <a:schemeClr val="bg1">
                    <a:lumMod val="75000"/>
                  </a:schemeClr>
                </a:solidFill>
                <a:latin typeface="#9Slide02 Noi dung dai" panose="02000000000000000000" pitchFamily="2" charset="0"/>
                <a:ea typeface="#9Slide02 Noi dung dai" panose="02000000000000000000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465F73-4B27-4C0F-9B02-510C8E083EB6}"/>
                </a:ext>
              </a:extLst>
            </p:cNvPr>
            <p:cNvSpPr/>
            <p:nvPr/>
          </p:nvSpPr>
          <p:spPr>
            <a:xfrm>
              <a:off x="-2202100" y="-2224223"/>
              <a:ext cx="16596200" cy="112843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9Slide.vn">
            <a:extLst>
              <a:ext uri="{FF2B5EF4-FFF2-40B4-BE49-F238E27FC236}">
                <a16:creationId xmlns:a16="http://schemas.microsoft.com/office/drawing/2014/main" id="{0F30810D-0BA7-48B5-9100-E09C5C296021}"/>
              </a:ext>
            </a:extLst>
          </p:cNvPr>
          <p:cNvSpPr>
            <a:spLocks noSelect="1"/>
          </p:cNvSpPr>
          <p:nvPr userDrawn="1">
            <p:custDataLst>
              <p:tags r:id="rId8"/>
            </p:custDataLst>
          </p:nvPr>
        </p:nvSpPr>
        <p:spPr>
          <a:xfrm>
            <a:off x="6091428" y="-8915400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9Slide.vn">
            <a:extLst>
              <a:ext uri="{FF2B5EF4-FFF2-40B4-BE49-F238E27FC236}">
                <a16:creationId xmlns:a16="http://schemas.microsoft.com/office/drawing/2014/main" id="{5703AF2A-1D5F-4BD2-8904-9B6C863CB9B3}"/>
              </a:ext>
            </a:extLst>
          </p:cNvPr>
          <p:cNvSpPr>
            <a:spLocks noSelect="1"/>
          </p:cNvSpPr>
          <p:nvPr userDrawn="1">
            <p:custDataLst>
              <p:tags r:id="rId9"/>
            </p:custDataLst>
          </p:nvPr>
        </p:nvSpPr>
        <p:spPr>
          <a:xfrm>
            <a:off x="6091428" y="15764256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4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4" r:id="rId2"/>
    <p:sldLayoutId id="2147483649" r:id="rId3"/>
    <p:sldLayoutId id="2147483657" r:id="rId4"/>
    <p:sldLayoutId id="2147483650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310F39-9694-2B15-1013-425EFAB47C8A}"/>
              </a:ext>
            </a:extLst>
          </p:cNvPr>
          <p:cNvSpPr txBox="1"/>
          <p:nvPr/>
        </p:nvSpPr>
        <p:spPr>
          <a:xfrm>
            <a:off x="4311886" y="5562600"/>
            <a:ext cx="85440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>
                <a:solidFill>
                  <a:srgbClr val="FBCF16"/>
                </a:solidFill>
                <a:latin typeface="UTM Colossalis" panose="02040603050506020204" pitchFamily="18" charset="0"/>
              </a:rPr>
              <a:t>TEAM: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4B4B4-82F0-AA19-1FA8-67CF564D1106}"/>
              </a:ext>
            </a:extLst>
          </p:cNvPr>
          <p:cNvSpPr txBox="1"/>
          <p:nvPr/>
        </p:nvSpPr>
        <p:spPr>
          <a:xfrm>
            <a:off x="5302486" y="5577988"/>
            <a:ext cx="2774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BCF16"/>
                </a:solidFill>
                <a:latin typeface="UTM Colossalis" panose="02040603050506020204" pitchFamily="18" charset="0"/>
              </a:rPr>
              <a:t>FFF ( FIGHT FOR FUN 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D94F26-83B9-490A-5B6C-CC50F1F7C09A}"/>
              </a:ext>
            </a:extLst>
          </p:cNvPr>
          <p:cNvSpPr txBox="1"/>
          <p:nvPr/>
        </p:nvSpPr>
        <p:spPr>
          <a:xfrm>
            <a:off x="5029200" y="3886200"/>
            <a:ext cx="213360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4000">
                <a:solidFill>
                  <a:srgbClr val="DA2428"/>
                </a:solidFill>
                <a:latin typeface="UTM Colossalis" panose="02040603050506020204" pitchFamily="18" charset="0"/>
              </a:rPr>
              <a:t>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A76420-3A0C-1083-28C7-17CA04271434}"/>
              </a:ext>
            </a:extLst>
          </p:cNvPr>
          <p:cNvSpPr txBox="1"/>
          <p:nvPr/>
        </p:nvSpPr>
        <p:spPr>
          <a:xfrm>
            <a:off x="1295400" y="4501753"/>
            <a:ext cx="96012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0" dirty="0">
                <a:solidFill>
                  <a:srgbClr val="0063EC"/>
                </a:solidFill>
                <a:latin typeface="UTM Swiss 721 Black Condensed" panose="02000500000000000000" pitchFamily="2" charset="0"/>
              </a:rPr>
              <a:t>        WILDLIFE GUARDIAN </a:t>
            </a:r>
          </a:p>
        </p:txBody>
      </p:sp>
    </p:spTree>
    <p:extLst>
      <p:ext uri="{BB962C8B-B14F-4D97-AF65-F5344CB8AC3E}">
        <p14:creationId xmlns:p14="http://schemas.microsoft.com/office/powerpoint/2010/main" val="281707951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83DD2-A50F-6704-AB95-DE6E34BC9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3E0076B-EDC6-1254-E4FF-0B3787797535}"/>
              </a:ext>
            </a:extLst>
          </p:cNvPr>
          <p:cNvSpPr txBox="1"/>
          <p:nvPr/>
        </p:nvSpPr>
        <p:spPr>
          <a:xfrm>
            <a:off x="4419600" y="2194412"/>
            <a:ext cx="85440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>
                <a:solidFill>
                  <a:srgbClr val="FBCF16"/>
                </a:solidFill>
                <a:latin typeface="UTM Colossalis" panose="02040603050506020204" pitchFamily="18" charset="0"/>
              </a:rPr>
              <a:t>TEAM: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24EFD3-17F9-12C0-A837-2DCF26F2AA87}"/>
              </a:ext>
            </a:extLst>
          </p:cNvPr>
          <p:cNvSpPr txBox="1"/>
          <p:nvPr/>
        </p:nvSpPr>
        <p:spPr>
          <a:xfrm>
            <a:off x="5274001" y="2209800"/>
            <a:ext cx="244297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BCF16"/>
                </a:solidFill>
                <a:latin typeface="UTM Colossalis" panose="02040603050506020204" pitchFamily="18" charset="0"/>
              </a:rPr>
              <a:t>FFF ( FIGHT FOR FUN 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31CE3D-3F40-424F-55ED-82137154F499}"/>
              </a:ext>
            </a:extLst>
          </p:cNvPr>
          <p:cNvSpPr txBox="1"/>
          <p:nvPr/>
        </p:nvSpPr>
        <p:spPr>
          <a:xfrm>
            <a:off x="4285408" y="1491504"/>
            <a:ext cx="3621184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>
                <a:solidFill>
                  <a:srgbClr val="DA2428"/>
                </a:solidFill>
                <a:latin typeface="UTM Swiss 721 Black Condensed" panose="02000500000000000000" pitchFamily="2" charset="0"/>
              </a:rPr>
              <a:t>TEAM MEMBER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32C5D68-6278-E406-D766-6D9959AA4CB0}"/>
              </a:ext>
            </a:extLst>
          </p:cNvPr>
          <p:cNvSpPr/>
          <p:nvPr/>
        </p:nvSpPr>
        <p:spPr>
          <a:xfrm>
            <a:off x="975360" y="2667000"/>
            <a:ext cx="1828800" cy="274320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301677D-B7A9-813D-903D-A1444DE64FE4}"/>
              </a:ext>
            </a:extLst>
          </p:cNvPr>
          <p:cNvSpPr/>
          <p:nvPr/>
        </p:nvSpPr>
        <p:spPr>
          <a:xfrm>
            <a:off x="3779520" y="2667000"/>
            <a:ext cx="1828800" cy="274320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43495E6-8F26-8FEA-A677-87EDE24D00E7}"/>
              </a:ext>
            </a:extLst>
          </p:cNvPr>
          <p:cNvSpPr/>
          <p:nvPr/>
        </p:nvSpPr>
        <p:spPr>
          <a:xfrm>
            <a:off x="6583680" y="2667000"/>
            <a:ext cx="1828800" cy="2743200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57CFBB-B2E1-4652-D53F-C2129216313E}"/>
              </a:ext>
            </a:extLst>
          </p:cNvPr>
          <p:cNvSpPr/>
          <p:nvPr/>
        </p:nvSpPr>
        <p:spPr>
          <a:xfrm>
            <a:off x="9387840" y="2667000"/>
            <a:ext cx="1828800" cy="2743200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F79E4B-3EC8-C0D2-2185-7ED12CB80FA4}"/>
              </a:ext>
            </a:extLst>
          </p:cNvPr>
          <p:cNvSpPr txBox="1"/>
          <p:nvPr/>
        </p:nvSpPr>
        <p:spPr>
          <a:xfrm>
            <a:off x="1235543" y="5508402"/>
            <a:ext cx="164333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Trương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Văn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Tuấn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C86B61-1415-A339-5167-135C6989EC87}"/>
              </a:ext>
            </a:extLst>
          </p:cNvPr>
          <p:cNvSpPr txBox="1"/>
          <p:nvPr/>
        </p:nvSpPr>
        <p:spPr>
          <a:xfrm>
            <a:off x="1512253" y="5819001"/>
            <a:ext cx="7550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25IT223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5FC1DB-5FE6-6564-F747-4E57B18F2FFC}"/>
              </a:ext>
            </a:extLst>
          </p:cNvPr>
          <p:cNvSpPr txBox="1"/>
          <p:nvPr/>
        </p:nvSpPr>
        <p:spPr>
          <a:xfrm>
            <a:off x="3886201" y="5503613"/>
            <a:ext cx="1905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Võ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Nguyễn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Thái Bảo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467668-73B7-78B7-3B18-BD53F03C48AE}"/>
              </a:ext>
            </a:extLst>
          </p:cNvPr>
          <p:cNvSpPr txBox="1"/>
          <p:nvPr/>
        </p:nvSpPr>
        <p:spPr>
          <a:xfrm>
            <a:off x="4096801" y="5814212"/>
            <a:ext cx="11772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25IT016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826DA8-429F-2D43-F448-E88424233B1C}"/>
              </a:ext>
            </a:extLst>
          </p:cNvPr>
          <p:cNvSpPr txBox="1"/>
          <p:nvPr/>
        </p:nvSpPr>
        <p:spPr>
          <a:xfrm>
            <a:off x="6629400" y="5503613"/>
            <a:ext cx="19812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Nguyễn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Thanh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Hưng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3688D-0099-19AD-AA31-3C022BAC06B8}"/>
              </a:ext>
            </a:extLst>
          </p:cNvPr>
          <p:cNvSpPr txBox="1"/>
          <p:nvPr/>
        </p:nvSpPr>
        <p:spPr>
          <a:xfrm>
            <a:off x="7103533" y="5814212"/>
            <a:ext cx="9916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25IT071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588722-4769-86B6-D31E-E2F188E444B5}"/>
              </a:ext>
            </a:extLst>
          </p:cNvPr>
          <p:cNvSpPr txBox="1"/>
          <p:nvPr/>
        </p:nvSpPr>
        <p:spPr>
          <a:xfrm>
            <a:off x="9448799" y="5494823"/>
            <a:ext cx="176784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Nguyễn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Danh Thái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244ACD-FB8F-39E5-6193-EBF6DA22F3AB}"/>
              </a:ext>
            </a:extLst>
          </p:cNvPr>
          <p:cNvSpPr txBox="1"/>
          <p:nvPr/>
        </p:nvSpPr>
        <p:spPr>
          <a:xfrm>
            <a:off x="10014269" y="5805423"/>
            <a:ext cx="9916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25IT178</a:t>
            </a:r>
          </a:p>
        </p:txBody>
      </p:sp>
    </p:spTree>
    <p:extLst>
      <p:ext uri="{BB962C8B-B14F-4D97-AF65-F5344CB8AC3E}">
        <p14:creationId xmlns:p14="http://schemas.microsoft.com/office/powerpoint/2010/main" val="222934524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7A78F1-6EC2-9C69-4A75-0B6C58E8B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CC803D6-FCED-C794-B26A-24F258E2177D}"/>
              </a:ext>
            </a:extLst>
          </p:cNvPr>
          <p:cNvSpPr txBox="1"/>
          <p:nvPr/>
        </p:nvSpPr>
        <p:spPr>
          <a:xfrm>
            <a:off x="10224026" y="382888"/>
            <a:ext cx="158697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200" dirty="0">
                <a:solidFill>
                  <a:srgbClr val="FBCF16"/>
                </a:solidFill>
                <a:latin typeface="UTM Colossalis" panose="02040603050506020204" pitchFamily="18" charset="0"/>
              </a:rPr>
              <a:t>FFF ( FIGHT FOR FUN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4B090-5CE6-9633-EC9C-D2EC523DE594}"/>
              </a:ext>
            </a:extLst>
          </p:cNvPr>
          <p:cNvSpPr txBox="1"/>
          <p:nvPr/>
        </p:nvSpPr>
        <p:spPr>
          <a:xfrm>
            <a:off x="10092580" y="183178"/>
            <a:ext cx="164222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400" dirty="0">
                <a:solidFill>
                  <a:srgbClr val="DA2428"/>
                </a:solidFill>
                <a:latin typeface="UTM Swiss 721 Black Condensed" panose="02000500000000000000" pitchFamily="2" charset="0"/>
              </a:rPr>
              <a:t>WILDLIFE GUARDIAN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E3145A-C6A6-8308-78E5-3A25FFF8405C}"/>
              </a:ext>
            </a:extLst>
          </p:cNvPr>
          <p:cNvSpPr txBox="1"/>
          <p:nvPr/>
        </p:nvSpPr>
        <p:spPr>
          <a:xfrm>
            <a:off x="381000" y="838200"/>
            <a:ext cx="412132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DA2428"/>
                </a:solidFill>
                <a:latin typeface="UTM Colossalis" panose="02040603050506020204" pitchFamily="18" charset="0"/>
              </a:rPr>
              <a:t>1. REASONS FOR CHOOSING THE TOPIC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5C122-4261-6B64-7BF4-CFBBCB904397}"/>
              </a:ext>
            </a:extLst>
          </p:cNvPr>
          <p:cNvSpPr txBox="1"/>
          <p:nvPr/>
        </p:nvSpPr>
        <p:spPr>
          <a:xfrm>
            <a:off x="228600" y="1295401"/>
            <a:ext cx="7620000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In the context of rapid globalization and industrialization, biodiversity worldwide is facing an unprecedented and severe decline</a:t>
            </a:r>
            <a:r>
              <a:rPr lang="vi-VN" b="0" i="0" dirty="0">
                <a:solidFill>
                  <a:srgbClr val="000000"/>
                </a:solidFill>
                <a:effectLst/>
                <a:latin typeface="Segoe UI Historic" panose="020B0502040204020203" pitchFamily="34" charset="0"/>
              </a:rPr>
              <a:t>.</a:t>
            </a:r>
            <a:endParaRPr lang="en-US" b="0" i="0" dirty="0">
              <a:solidFill>
                <a:srgbClr val="000000"/>
              </a:solidFill>
              <a:effectLst/>
              <a:latin typeface="Segoe UI Historic" panose="020B0502040204020203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000000"/>
                </a:solidFill>
                <a:effectLst/>
                <a:latin typeface="Segoe UI Historic" panose="020B0502040204020203" pitchFamily="34" charset="0"/>
              </a:rPr>
              <a:t> </a:t>
            </a:r>
            <a:r>
              <a:rPr lang="en-US" dirty="0"/>
              <a:t>The issues of illegal hunting, illicit trade, and the shrinking of natural wildlife habitats are no longer just a problem for individual countries, but have become an ecological crisis on a global scale.</a:t>
            </a:r>
            <a:br>
              <a:rPr lang="vi-VN" dirty="0"/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63CC37-6CA0-D976-A575-7F70F8FF59EB}"/>
              </a:ext>
            </a:extLst>
          </p:cNvPr>
          <p:cNvSpPr/>
          <p:nvPr/>
        </p:nvSpPr>
        <p:spPr>
          <a:xfrm>
            <a:off x="1984310" y="3276599"/>
            <a:ext cx="4873690" cy="228599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Reality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600" dirty="0"/>
              <a:t>Current traditional methods of wildlife education are often dry.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600" dirty="0"/>
              <a:t>Global users, especially digital citizens (Gen Z, Gen Alpha), find it difficult to feel connected to nature through purely text-based articles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Segoe UI Historic" panose="020B0502040204020203" pitchFamily="34" charset="0"/>
              </a:rPr>
              <a:t>. </a:t>
            </a:r>
            <a:endParaRPr lang="en-US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1D833E-D368-928A-4514-ED747225C68D}"/>
              </a:ext>
            </a:extLst>
          </p:cNvPr>
          <p:cNvSpPr/>
          <p:nvPr/>
        </p:nvSpPr>
        <p:spPr>
          <a:xfrm>
            <a:off x="7089710" y="3276598"/>
            <a:ext cx="4873690" cy="228599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From these gaps, the challenge posed is the need for a digital platform capable of conveying conservation messages vividly and intuitively, while connecting the global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That is the reason for the "Wildlife Guardian" project.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6775984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CF4EE-55F2-AE3D-6F34-5C8E0A43A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13A05D-804E-04EC-8E22-2E7A3DE49E1C}"/>
              </a:ext>
            </a:extLst>
          </p:cNvPr>
          <p:cNvSpPr txBox="1"/>
          <p:nvPr/>
        </p:nvSpPr>
        <p:spPr>
          <a:xfrm>
            <a:off x="10092581" y="382888"/>
            <a:ext cx="171841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200">
                <a:solidFill>
                  <a:srgbClr val="FBCF16"/>
                </a:solidFill>
                <a:latin typeface="UTM Colossalis" panose="02040603050506020204" pitchFamily="18" charset="0"/>
              </a:rPr>
              <a:t>EDIT TEAM NAME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63E01-1723-9D83-84DF-ADF4E34677E9}"/>
              </a:ext>
            </a:extLst>
          </p:cNvPr>
          <p:cNvSpPr txBox="1"/>
          <p:nvPr/>
        </p:nvSpPr>
        <p:spPr>
          <a:xfrm>
            <a:off x="8686800" y="152400"/>
            <a:ext cx="31242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400">
                <a:solidFill>
                  <a:srgbClr val="DA2428"/>
                </a:solidFill>
                <a:latin typeface="UTM Swiss 721 Black Condensed" panose="02000500000000000000" pitchFamily="2" charset="0"/>
              </a:rPr>
              <a:t>EDIT NAME PROJECT HERE...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93E4A6-BC9C-7998-5A3D-57999E50C2DB}"/>
              </a:ext>
            </a:extLst>
          </p:cNvPr>
          <p:cNvSpPr txBox="1"/>
          <p:nvPr/>
        </p:nvSpPr>
        <p:spPr>
          <a:xfrm>
            <a:off x="381000" y="762000"/>
            <a:ext cx="33711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DA2428"/>
                </a:solidFill>
                <a:latin typeface="UTM Colossalis" panose="02040603050506020204" pitchFamily="18" charset="0"/>
              </a:rPr>
              <a:t>2. PRODUCTION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CD8BD-5263-9587-6D48-864798D2ADDF}"/>
              </a:ext>
            </a:extLst>
          </p:cNvPr>
          <p:cNvSpPr txBox="1"/>
          <p:nvPr/>
        </p:nvSpPr>
        <p:spPr>
          <a:xfrm>
            <a:off x="381000" y="1143000"/>
            <a:ext cx="4953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Interactive Rescue Map include  </a:t>
            </a:r>
            <a:r>
              <a:rPr lang="en-US" b="1" dirty="0"/>
              <a:t>: </a:t>
            </a:r>
            <a:r>
              <a:rPr lang="en-US" dirty="0"/>
              <a:t>emergency report </a:t>
            </a:r>
            <a:r>
              <a:rPr lang="en-US" b="1" dirty="0"/>
              <a:t>, </a:t>
            </a:r>
            <a:r>
              <a:rPr lang="en-US" dirty="0"/>
              <a:t>real-time 3D Map , condition classification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Social </a:t>
            </a:r>
            <a:r>
              <a:rPr lang="en-US" dirty="0" err="1"/>
              <a:t>NetWork</a:t>
            </a:r>
            <a:r>
              <a:rPr lang="en-US" dirty="0"/>
              <a:t> : sharing platform , multi-dimensional interaction , direct message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Species Library &amp; Game : </a:t>
            </a:r>
            <a:r>
              <a:rPr lang="en-US" dirty="0">
                <a:solidFill>
                  <a:srgbClr val="1F1F1F"/>
                </a:solidFill>
                <a:latin typeface="Arial" panose="020B0604020202020204" pitchFamily="34" charset="0"/>
              </a:rPr>
              <a:t>e</a:t>
            </a:r>
            <a:r>
              <a:rPr lang="en-US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ncyclopedia  , gamification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F1F1F"/>
                </a:solidFill>
                <a:latin typeface="Arial" panose="020B0604020202020204" pitchFamily="34" charset="0"/>
              </a:rPr>
              <a:t>Phoneix</a:t>
            </a:r>
            <a:r>
              <a:rPr lang="en-US" dirty="0">
                <a:solidFill>
                  <a:srgbClr val="1F1F1F"/>
                </a:solidFill>
                <a:latin typeface="Arial" panose="020B0604020202020204" pitchFamily="34" charset="0"/>
              </a:rPr>
              <a:t> AI : google </a:t>
            </a:r>
            <a:r>
              <a:rPr lang="en-US" dirty="0" err="1">
                <a:solidFill>
                  <a:srgbClr val="1F1F1F"/>
                </a:solidFill>
                <a:latin typeface="Arial" panose="020B0604020202020204" pitchFamily="34" charset="0"/>
              </a:rPr>
              <a:t>gemini</a:t>
            </a:r>
            <a:r>
              <a:rPr lang="en-US" dirty="0">
                <a:solidFill>
                  <a:srgbClr val="1F1F1F"/>
                </a:solidFill>
                <a:latin typeface="Arial" panose="020B0604020202020204" pitchFamily="34" charset="0"/>
              </a:rPr>
              <a:t> integration , 24/7 animal expert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  <a:latin typeface="Arial" panose="020B0604020202020204" pitchFamily="34" charset="0"/>
              </a:rPr>
              <a:t>Featured UI/UX : dark nature theme &amp; </a:t>
            </a:r>
            <a:r>
              <a:rPr lang="en-US" dirty="0" err="1">
                <a:solidFill>
                  <a:srgbClr val="1F1F1F"/>
                </a:solidFill>
                <a:latin typeface="Arial" panose="020B0604020202020204" pitchFamily="34" charset="0"/>
              </a:rPr>
              <a:t>glassmorphism</a:t>
            </a:r>
            <a:r>
              <a:rPr lang="en-US" dirty="0">
                <a:solidFill>
                  <a:srgbClr val="1F1F1F"/>
                </a:solidFill>
                <a:latin typeface="Arial" panose="020B0604020202020204" pitchFamily="34" charset="0"/>
              </a:rPr>
              <a:t> , parallax effect &amp; the universe</a:t>
            </a:r>
          </a:p>
        </p:txBody>
      </p:sp>
    </p:spTree>
    <p:extLst>
      <p:ext uri="{BB962C8B-B14F-4D97-AF65-F5344CB8AC3E}">
        <p14:creationId xmlns:p14="http://schemas.microsoft.com/office/powerpoint/2010/main" val="51870732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CDA692-E5ED-702D-65BA-B64300EA4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482D2E6-C8C3-E3CA-63A6-5FA4D4DF1B63}"/>
              </a:ext>
            </a:extLst>
          </p:cNvPr>
          <p:cNvSpPr txBox="1"/>
          <p:nvPr/>
        </p:nvSpPr>
        <p:spPr>
          <a:xfrm>
            <a:off x="10092581" y="382888"/>
            <a:ext cx="171841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200">
                <a:solidFill>
                  <a:srgbClr val="FBCF16"/>
                </a:solidFill>
                <a:latin typeface="UTM Colossalis" panose="02040603050506020204" pitchFamily="18" charset="0"/>
              </a:rPr>
              <a:t>EDIT TEAM NAME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999D7-D946-A9DF-ACE4-6E9B04051A43}"/>
              </a:ext>
            </a:extLst>
          </p:cNvPr>
          <p:cNvSpPr txBox="1"/>
          <p:nvPr/>
        </p:nvSpPr>
        <p:spPr>
          <a:xfrm>
            <a:off x="8686800" y="152400"/>
            <a:ext cx="31242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400">
                <a:solidFill>
                  <a:srgbClr val="DA2428"/>
                </a:solidFill>
                <a:latin typeface="UTM Swiss 721 Black Condensed" panose="02000500000000000000" pitchFamily="2" charset="0"/>
              </a:rPr>
              <a:t>EDIT NAME PROJECT HERE...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62AF71-D169-A37C-62D2-BBF5BA141D04}"/>
              </a:ext>
            </a:extLst>
          </p:cNvPr>
          <p:cNvSpPr txBox="1"/>
          <p:nvPr/>
        </p:nvSpPr>
        <p:spPr>
          <a:xfrm>
            <a:off x="381000" y="762000"/>
            <a:ext cx="258724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DA2428"/>
                </a:solidFill>
                <a:latin typeface="UTM Colossalis" panose="02040603050506020204" pitchFamily="18" charset="0"/>
              </a:rPr>
              <a:t>3. TECHNOLOGIES USED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724ECC-8C30-8CEE-5C42-A37D3E28A32C}"/>
              </a:ext>
            </a:extLst>
          </p:cNvPr>
          <p:cNvSpPr txBox="1"/>
          <p:nvPr/>
        </p:nvSpPr>
        <p:spPr>
          <a:xfrm>
            <a:off x="228600" y="1143000"/>
            <a:ext cx="82995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CCCCC"/>
                </a:solidFill>
                <a:latin typeface="Segoe WPC"/>
              </a:rPr>
              <a:t> </a:t>
            </a:r>
            <a:endParaRPr lang="en-US" b="1" i="0" dirty="0">
              <a:solidFill>
                <a:srgbClr val="CCCCCC"/>
              </a:solidFill>
              <a:effectLst/>
              <a:latin typeface="Segoe WPC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FRONTEND  : core languages as HTML , CSS , JAVASCRIPT , 3D Mapping &amp; GIS , UI/UX  , Graphics &amp; Animations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BACKEND : Node.js , Web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&amp; CLOUD STORAGE : MongoDB , </a:t>
            </a:r>
            <a:r>
              <a:rPr lang="en-US" dirty="0" err="1"/>
              <a:t>Cloudinary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ARTIFICIAL INTELLIGENCE (AI ) : Google Gemini Api</a:t>
            </a:r>
          </a:p>
        </p:txBody>
      </p:sp>
    </p:spTree>
    <p:extLst>
      <p:ext uri="{BB962C8B-B14F-4D97-AF65-F5344CB8AC3E}">
        <p14:creationId xmlns:p14="http://schemas.microsoft.com/office/powerpoint/2010/main" val="292609358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2D48E-583E-1A66-AD36-83E92449F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DFD88BB-E691-6AE3-B0D7-CD4E37359C16}"/>
              </a:ext>
            </a:extLst>
          </p:cNvPr>
          <p:cNvSpPr txBox="1"/>
          <p:nvPr/>
        </p:nvSpPr>
        <p:spPr>
          <a:xfrm>
            <a:off x="10092581" y="382888"/>
            <a:ext cx="171841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200">
                <a:solidFill>
                  <a:srgbClr val="FBCF16"/>
                </a:solidFill>
                <a:latin typeface="UTM Colossalis" panose="02040603050506020204" pitchFamily="18" charset="0"/>
              </a:rPr>
              <a:t>EDIT TEAM NAME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A155FE-3DB7-A632-CE60-3B1FAE6C9B4A}"/>
              </a:ext>
            </a:extLst>
          </p:cNvPr>
          <p:cNvSpPr txBox="1"/>
          <p:nvPr/>
        </p:nvSpPr>
        <p:spPr>
          <a:xfrm>
            <a:off x="8686800" y="152400"/>
            <a:ext cx="31242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400">
                <a:solidFill>
                  <a:srgbClr val="DA2428"/>
                </a:solidFill>
                <a:latin typeface="UTM Swiss 721 Black Condensed" panose="02000500000000000000" pitchFamily="2" charset="0"/>
              </a:rPr>
              <a:t>EDIT NAME PROJECT HERE...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615F6D-3A15-067A-3342-921081D0315B}"/>
              </a:ext>
            </a:extLst>
          </p:cNvPr>
          <p:cNvSpPr txBox="1"/>
          <p:nvPr/>
        </p:nvSpPr>
        <p:spPr>
          <a:xfrm>
            <a:off x="381000" y="762000"/>
            <a:ext cx="771846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>
                <a:solidFill>
                  <a:srgbClr val="DA2428"/>
                </a:solidFill>
                <a:latin typeface="UTM Colossalis" panose="02040603050506020204" pitchFamily="18" charset="0"/>
              </a:rPr>
              <a:t>4. PHÂN TÍCH THIẾT KẾ HỆ THỐNG (nếu có -không có có thể xoá slide này)</a:t>
            </a:r>
          </a:p>
        </p:txBody>
      </p:sp>
    </p:spTree>
    <p:extLst>
      <p:ext uri="{BB962C8B-B14F-4D97-AF65-F5344CB8AC3E}">
        <p14:creationId xmlns:p14="http://schemas.microsoft.com/office/powerpoint/2010/main" val="372976304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9A5EE-8709-3E8C-5BBF-3DAFA884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72E2844-5563-4FFB-CFAA-B2A641AC985B}"/>
              </a:ext>
            </a:extLst>
          </p:cNvPr>
          <p:cNvSpPr txBox="1"/>
          <p:nvPr/>
        </p:nvSpPr>
        <p:spPr>
          <a:xfrm>
            <a:off x="10092581" y="382888"/>
            <a:ext cx="171841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200">
                <a:solidFill>
                  <a:srgbClr val="FBCF16"/>
                </a:solidFill>
                <a:latin typeface="UTM Colossalis" panose="02040603050506020204" pitchFamily="18" charset="0"/>
              </a:rPr>
              <a:t>EDIT TEAM NAME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D4E764-D4AE-F006-E93C-DC772913BB92}"/>
              </a:ext>
            </a:extLst>
          </p:cNvPr>
          <p:cNvSpPr txBox="1"/>
          <p:nvPr/>
        </p:nvSpPr>
        <p:spPr>
          <a:xfrm>
            <a:off x="8686800" y="152400"/>
            <a:ext cx="31242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400">
                <a:solidFill>
                  <a:srgbClr val="DA2428"/>
                </a:solidFill>
                <a:latin typeface="UTM Swiss 721 Black Condensed" panose="02000500000000000000" pitchFamily="2" charset="0"/>
              </a:rPr>
              <a:t>EDIT NAME PROJECT HERE...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413114-FAAA-88B7-E998-8920FF5B8E90}"/>
              </a:ext>
            </a:extLst>
          </p:cNvPr>
          <p:cNvSpPr txBox="1"/>
          <p:nvPr/>
        </p:nvSpPr>
        <p:spPr>
          <a:xfrm>
            <a:off x="381000" y="762000"/>
            <a:ext cx="214481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>
                <a:solidFill>
                  <a:srgbClr val="DA2428"/>
                </a:solidFill>
                <a:latin typeface="UTM Colossalis" panose="02040603050506020204" pitchFamily="18" charset="0"/>
              </a:rPr>
              <a:t>5. DEMO SẢN PHẨM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0172AB-3AD3-F883-9288-1BD7927828A5}"/>
              </a:ext>
            </a:extLst>
          </p:cNvPr>
          <p:cNvSpPr txBox="1"/>
          <p:nvPr/>
        </p:nvSpPr>
        <p:spPr>
          <a:xfrm>
            <a:off x="3048000" y="759823"/>
            <a:ext cx="349775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 err="1">
                <a:solidFill>
                  <a:srgbClr val="0063EC"/>
                </a:solidFill>
                <a:latin typeface="Montserrat Light" panose="00000400000000000000" pitchFamily="50" charset="0"/>
              </a:rPr>
              <a:t>Đường</a:t>
            </a:r>
            <a:r>
              <a:rPr lang="en-US" dirty="0">
                <a:solidFill>
                  <a:srgbClr val="0063EC"/>
                </a:solidFill>
                <a:latin typeface="Montserrat Light" panose="00000400000000000000" pitchFamily="50" charset="0"/>
              </a:rPr>
              <a:t> </a:t>
            </a:r>
            <a:r>
              <a:rPr lang="en-US" dirty="0" err="1">
                <a:solidFill>
                  <a:srgbClr val="0063EC"/>
                </a:solidFill>
                <a:latin typeface="Montserrat Light" panose="00000400000000000000" pitchFamily="50" charset="0"/>
              </a:rPr>
              <a:t>dẫn</a:t>
            </a:r>
            <a:r>
              <a:rPr lang="en-US" dirty="0">
                <a:solidFill>
                  <a:srgbClr val="0063EC"/>
                </a:solidFill>
                <a:latin typeface="Montserrat Light" panose="00000400000000000000" pitchFamily="50" charset="0"/>
              </a:rPr>
              <a:t> website </a:t>
            </a:r>
            <a:r>
              <a:rPr lang="en-US" dirty="0" err="1">
                <a:solidFill>
                  <a:srgbClr val="0063EC"/>
                </a:solidFill>
                <a:latin typeface="Montserrat Light" panose="00000400000000000000" pitchFamily="50" charset="0"/>
              </a:rPr>
              <a:t>để</a:t>
            </a:r>
            <a:r>
              <a:rPr lang="en-US" dirty="0">
                <a:solidFill>
                  <a:srgbClr val="0063EC"/>
                </a:solidFill>
                <a:latin typeface="Montserrat Light" panose="00000400000000000000" pitchFamily="50" charset="0"/>
              </a:rPr>
              <a:t> </a:t>
            </a:r>
            <a:r>
              <a:rPr lang="en-US" dirty="0" err="1">
                <a:solidFill>
                  <a:srgbClr val="0063EC"/>
                </a:solidFill>
                <a:latin typeface="Montserrat Light" panose="00000400000000000000" pitchFamily="50" charset="0"/>
              </a:rPr>
              <a:t>tại</a:t>
            </a:r>
            <a:r>
              <a:rPr lang="en-US" dirty="0">
                <a:solidFill>
                  <a:srgbClr val="0063EC"/>
                </a:solidFill>
                <a:latin typeface="Montserrat Light" panose="00000400000000000000" pitchFamily="50" charset="0"/>
              </a:rPr>
              <a:t> </a:t>
            </a:r>
            <a:r>
              <a:rPr lang="en-US" dirty="0" err="1">
                <a:solidFill>
                  <a:srgbClr val="0063EC"/>
                </a:solidFill>
                <a:latin typeface="Montserrat Light" panose="00000400000000000000" pitchFamily="50" charset="0"/>
              </a:rPr>
              <a:t>đây</a:t>
            </a:r>
            <a:endParaRPr lang="en-US" dirty="0">
              <a:solidFill>
                <a:srgbClr val="0063EC"/>
              </a:solidFill>
              <a:latin typeface="Montserrat Light" panose="00000400000000000000" pitchFamily="50" charset="0"/>
            </a:endParaRP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EE8BB9B-EC9A-6411-1179-49DF58AC6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921899" cy="2364567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EEB9556-44D5-A9C7-0204-2527F71C4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69945"/>
            <a:ext cx="4953000" cy="2357462"/>
          </a:xfrm>
          <a:prstGeom prst="rect">
            <a:avLst/>
          </a:prstGeom>
        </p:spPr>
      </p:pic>
      <p:pic>
        <p:nvPicPr>
          <p:cNvPr id="10" name="Picture 9" descr="A screenshot of a chat&#10;&#10;Description automatically generated">
            <a:extLst>
              <a:ext uri="{FF2B5EF4-FFF2-40B4-BE49-F238E27FC236}">
                <a16:creationId xmlns:a16="http://schemas.microsoft.com/office/drawing/2014/main" id="{46E458F3-EE17-030C-406D-84F73BC10F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752" y="1069946"/>
            <a:ext cx="4999494" cy="235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52075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37055B-B96F-CBFC-A011-1ECCA8436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3C2DB8D-A637-67CB-DBD4-8ABB9D5E7209}"/>
              </a:ext>
            </a:extLst>
          </p:cNvPr>
          <p:cNvSpPr txBox="1"/>
          <p:nvPr/>
        </p:nvSpPr>
        <p:spPr>
          <a:xfrm>
            <a:off x="3543300" y="4495800"/>
            <a:ext cx="51054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0">
                <a:solidFill>
                  <a:srgbClr val="DA2428"/>
                </a:solidFill>
                <a:latin typeface="UTM Swiss 721 Black Condensed" panose="02000500000000000000" pitchFamily="2" charset="0"/>
              </a:rPr>
              <a:t>THANK YOU ......</a:t>
            </a:r>
          </a:p>
        </p:txBody>
      </p:sp>
    </p:spTree>
    <p:extLst>
      <p:ext uri="{BB962C8B-B14F-4D97-AF65-F5344CB8AC3E}">
        <p14:creationId xmlns:p14="http://schemas.microsoft.com/office/powerpoint/2010/main" val="326692425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9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heme/theme1.xml><?xml version="1.0" encoding="utf-8"?>
<a:theme xmlns:a="http://schemas.openxmlformats.org/drawingml/2006/main" name="Office Theme">
  <a:themeElements>
    <a:clrScheme name="9Slide - 2021">
      <a:dk1>
        <a:sysClr val="windowText" lastClr="000000"/>
      </a:dk1>
      <a:lt1>
        <a:sysClr val="window" lastClr="FFFFFF"/>
      </a:lt1>
      <a:dk2>
        <a:srgbClr val="092D6C"/>
      </a:dk2>
      <a:lt2>
        <a:srgbClr val="FCECD0"/>
      </a:lt2>
      <a:accent1>
        <a:srgbClr val="4FC1E9"/>
      </a:accent1>
      <a:accent2>
        <a:srgbClr val="48CFAD"/>
      </a:accent2>
      <a:accent3>
        <a:srgbClr val="A0D468"/>
      </a:accent3>
      <a:accent4>
        <a:srgbClr val="FFBD45"/>
      </a:accent4>
      <a:accent5>
        <a:srgbClr val="FC6E51"/>
      </a:accent5>
      <a:accent6>
        <a:srgbClr val="ED5565"/>
      </a:accent6>
      <a:hlink>
        <a:srgbClr val="5D9CEC"/>
      </a:hlink>
      <a:folHlink>
        <a:srgbClr val="AC92EC"/>
      </a:folHlink>
    </a:clrScheme>
    <a:fontScheme name="9Slide Fonts">
      <a:majorFont>
        <a:latin typeface="#9Slide02 Tieu de dai"/>
        <a:ea typeface=""/>
        <a:cs typeface=""/>
      </a:majorFont>
      <a:minorFont>
        <a:latin typeface="#9Slide02 Noi dung da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4C410E64-73D4-4894-A16A-B0A564A2C1B3}" vid="{BD11DD77-7AB8-40E7-98B4-F754939C4E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199</TotalTime>
  <Words>381</Words>
  <Application>Microsoft Office PowerPoint</Application>
  <PresentationFormat>Widescreen</PresentationFormat>
  <Paragraphs>52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UTM Colossalis</vt:lpstr>
      <vt:lpstr>Arial</vt:lpstr>
      <vt:lpstr>Segoe UI Historic</vt:lpstr>
      <vt:lpstr>Segoe WPC</vt:lpstr>
      <vt:lpstr>Montserrat Light</vt:lpstr>
      <vt:lpstr>Aptos</vt:lpstr>
      <vt:lpstr>#9Slide02 Noi dung dai</vt:lpstr>
      <vt:lpstr>#9Slide02 Tieu de dai</vt:lpstr>
      <vt:lpstr>UTM Swiss 721 Black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ACER</dc:creator>
  <cp:keywords>9Slide</cp:keywords>
  <dc:description>9Slide.vn</dc:description>
  <cp:lastModifiedBy>thái bảo thái bảo</cp:lastModifiedBy>
  <cp:revision>8</cp:revision>
  <dcterms:created xsi:type="dcterms:W3CDTF">2026-05-29T10:32:53Z</dcterms:created>
  <dcterms:modified xsi:type="dcterms:W3CDTF">2026-06-09T20:08:03Z</dcterms:modified>
  <cp:category>9Slide.vn</cp:category>
  <cp:contentStatus>9Slide</cp:contentStatus>
</cp:coreProperties>
</file>